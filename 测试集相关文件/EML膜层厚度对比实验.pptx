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8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FFAB"/>
    <a:srgbClr val="FF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92.168.1.12\&#30740;&#21457;&#37096;\kuna\2.%20IVL&#27979;&#35797;\2025\20251112-PPE\20251112-RGB&#27719;&#2463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92.168.1.12\&#30740;&#21457;&#37096;\kuna\2.%20IVL&#27979;&#35797;\2025\20251112-PPE\20251112-RGB&#27719;&#2463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192.168.1.12\&#30740;&#21457;&#37096;\kuna\2.%20IVL&#27979;&#35797;\2025\20251112-PPE\&#31579;&#36873;\B\&#27719;&#24635;2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192.168.1.12\&#30740;&#21457;&#37096;\kuna\2.%20IVL&#27979;&#35797;\2025\20251112-PPE\&#31579;&#36873;\B\&#27719;&#24635;2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192.168.1.12\&#30740;&#21457;&#37096;\kuna\2.%20IVL&#27979;&#35797;\2025\20251112-PPE\&#31579;&#36873;\B\&#27719;&#24635;2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CIEy-BI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653937007874016"/>
          <c:y val="0.10689814814814817"/>
          <c:w val="0.81649059492563436"/>
          <c:h val="0.78570246427529888"/>
        </c:manualLayout>
      </c:layout>
      <c:scatterChart>
        <c:scatterStyle val="lineMarker"/>
        <c:varyColors val="0"/>
        <c:ser>
          <c:idx val="0"/>
          <c:order val="0"/>
          <c:tx>
            <c:v>EML 25nm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('4B'!$O$46,'4B'!$O$48:$O$51,'4B'!$O$53,'4B'!$O$55:$O$61,'4B'!$O$63:$O$66)</c:f>
              <c:numCache>
                <c:formatCode>0.000_ </c:formatCode>
                <c:ptCount val="17"/>
                <c:pt idx="0">
                  <c:v>3.9300000000000002E-2</c:v>
                </c:pt>
                <c:pt idx="1">
                  <c:v>4.0300000000000002E-2</c:v>
                </c:pt>
                <c:pt idx="2">
                  <c:v>4.0099999999999997E-2</c:v>
                </c:pt>
                <c:pt idx="3">
                  <c:v>3.9699999999999999E-2</c:v>
                </c:pt>
                <c:pt idx="4">
                  <c:v>3.9600000000000003E-2</c:v>
                </c:pt>
                <c:pt idx="5">
                  <c:v>3.9980769407391599E-2</c:v>
                </c:pt>
                <c:pt idx="6">
                  <c:v>4.0800000000000003E-2</c:v>
                </c:pt>
                <c:pt idx="7">
                  <c:v>4.2000000000000003E-2</c:v>
                </c:pt>
                <c:pt idx="8">
                  <c:v>4.0300000000000002E-2</c:v>
                </c:pt>
                <c:pt idx="9">
                  <c:v>4.2799999999999998E-2</c:v>
                </c:pt>
                <c:pt idx="10">
                  <c:v>4.1200000000000001E-2</c:v>
                </c:pt>
                <c:pt idx="11">
                  <c:v>4.2900000000000001E-2</c:v>
                </c:pt>
                <c:pt idx="12">
                  <c:v>4.7306329454323184E-2</c:v>
                </c:pt>
                <c:pt idx="13">
                  <c:v>4.5600000000000002E-2</c:v>
                </c:pt>
                <c:pt idx="14">
                  <c:v>4.99E-2</c:v>
                </c:pt>
                <c:pt idx="15">
                  <c:v>4.8076924074504354E-2</c:v>
                </c:pt>
                <c:pt idx="16">
                  <c:v>4.8417787540596134E-2</c:v>
                </c:pt>
              </c:numCache>
            </c:numRef>
          </c:xVal>
          <c:yVal>
            <c:numRef>
              <c:f>('4B'!$V$46,'4B'!$V$48:$V$51,'4B'!$V$53,'4B'!$V$55:$V$61,'4B'!$V$63:$V$66)</c:f>
              <c:numCache>
                <c:formatCode>0.00_ </c:formatCode>
                <c:ptCount val="17"/>
                <c:pt idx="0">
                  <c:v>134.18025085609665</c:v>
                </c:pt>
                <c:pt idx="1">
                  <c:v>140.06631692371542</c:v>
                </c:pt>
                <c:pt idx="2">
                  <c:v>136.78898183792583</c:v>
                </c:pt>
                <c:pt idx="3">
                  <c:v>136.17725814592589</c:v>
                </c:pt>
                <c:pt idx="4">
                  <c:v>133.46708739565213</c:v>
                </c:pt>
                <c:pt idx="5">
                  <c:v>135.85957071278227</c:v>
                </c:pt>
                <c:pt idx="6">
                  <c:v>138.63953294668144</c:v>
                </c:pt>
                <c:pt idx="7">
                  <c:v>142.58682962714531</c:v>
                </c:pt>
                <c:pt idx="8">
                  <c:v>139.30972278239688</c:v>
                </c:pt>
                <c:pt idx="9">
                  <c:v>144.15317882032244</c:v>
                </c:pt>
                <c:pt idx="10">
                  <c:v>142.07832183421525</c:v>
                </c:pt>
                <c:pt idx="11">
                  <c:v>144.46979938342878</c:v>
                </c:pt>
                <c:pt idx="12">
                  <c:v>135.95620157959783</c:v>
                </c:pt>
                <c:pt idx="13">
                  <c:v>139.56336655413065</c:v>
                </c:pt>
                <c:pt idx="14">
                  <c:v>129.71476308111286</c:v>
                </c:pt>
                <c:pt idx="15">
                  <c:v>136.441964953016</c:v>
                </c:pt>
                <c:pt idx="16">
                  <c:v>133.78251788319423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243-4F69-B29D-6489768AFBD0}"/>
            </c:ext>
          </c:extLst>
        </c:ser>
        <c:ser>
          <c:idx val="1"/>
          <c:order val="1"/>
          <c:tx>
            <c:v>EML 20nm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('4B'!$O$67:$O$70,'4B'!$O$72:$O$78,'4B'!$O$80:$O$81,'4B'!$O$83:$O$84)</c:f>
              <c:numCache>
                <c:formatCode>0.000_ </c:formatCode>
                <c:ptCount val="15"/>
                <c:pt idx="0">
                  <c:v>4.1599999999999998E-2</c:v>
                </c:pt>
                <c:pt idx="1">
                  <c:v>4.0300000000000002E-2</c:v>
                </c:pt>
                <c:pt idx="2">
                  <c:v>4.2299999999999997E-2</c:v>
                </c:pt>
                <c:pt idx="3">
                  <c:v>0.04</c:v>
                </c:pt>
                <c:pt idx="4">
                  <c:v>4.1099999999999998E-2</c:v>
                </c:pt>
                <c:pt idx="5">
                  <c:v>4.4200000000000003E-2</c:v>
                </c:pt>
                <c:pt idx="6">
                  <c:v>4.1799999999999997E-2</c:v>
                </c:pt>
                <c:pt idx="7">
                  <c:v>4.4600000000000001E-2</c:v>
                </c:pt>
                <c:pt idx="8">
                  <c:v>4.2000000000000003E-2</c:v>
                </c:pt>
                <c:pt idx="9">
                  <c:v>4.5550130109720866E-2</c:v>
                </c:pt>
                <c:pt idx="10">
                  <c:v>4.5400000000000003E-2</c:v>
                </c:pt>
                <c:pt idx="11">
                  <c:v>3.85E-2</c:v>
                </c:pt>
                <c:pt idx="12">
                  <c:v>3.78E-2</c:v>
                </c:pt>
                <c:pt idx="13">
                  <c:v>3.7900000000000003E-2</c:v>
                </c:pt>
                <c:pt idx="14">
                  <c:v>3.95E-2</c:v>
                </c:pt>
              </c:numCache>
            </c:numRef>
          </c:xVal>
          <c:yVal>
            <c:numRef>
              <c:f>('4B'!$V$67:$V$70,'4B'!$V$72:$V$78,'4B'!$V$80:$V$81,'4B'!$V$83:$V$84)</c:f>
              <c:numCache>
                <c:formatCode>0.00_ </c:formatCode>
                <c:ptCount val="15"/>
                <c:pt idx="0">
                  <c:v>140.57412090580317</c:v>
                </c:pt>
                <c:pt idx="1">
                  <c:v>136.93496402471834</c:v>
                </c:pt>
                <c:pt idx="2">
                  <c:v>142.06676065854475</c:v>
                </c:pt>
                <c:pt idx="3">
                  <c:v>138.13995123355369</c:v>
                </c:pt>
                <c:pt idx="4">
                  <c:v>140.13481579791744</c:v>
                </c:pt>
                <c:pt idx="5">
                  <c:v>140.64149702921728</c:v>
                </c:pt>
                <c:pt idx="6">
                  <c:v>141.01183299533821</c:v>
                </c:pt>
                <c:pt idx="7">
                  <c:v>141.77656442858822</c:v>
                </c:pt>
                <c:pt idx="8">
                  <c:v>141.07970807789985</c:v>
                </c:pt>
                <c:pt idx="9">
                  <c:v>142.05592883381766</c:v>
                </c:pt>
                <c:pt idx="10">
                  <c:v>142.02441531175336</c:v>
                </c:pt>
                <c:pt idx="11">
                  <c:v>132.83944098147765</c:v>
                </c:pt>
                <c:pt idx="12">
                  <c:v>128.15938715705821</c:v>
                </c:pt>
                <c:pt idx="13">
                  <c:v>129.90346140603748</c:v>
                </c:pt>
                <c:pt idx="14">
                  <c:v>140.33250431917745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243-4F69-B29D-6489768AFBD0}"/>
            </c:ext>
          </c:extLst>
        </c:ser>
        <c:ser>
          <c:idx val="2"/>
          <c:order val="2"/>
          <c:tx>
            <c:v>EML 30nm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('5B'!$O$47:$O$49,'5B'!$O$51:$O$52,'5B'!$O$54:$O$64)</c:f>
              <c:numCache>
                <c:formatCode>0.000_ </c:formatCode>
                <c:ptCount val="16"/>
                <c:pt idx="0">
                  <c:v>4.1099999999999998E-2</c:v>
                </c:pt>
                <c:pt idx="1">
                  <c:v>4.1263702209601814E-2</c:v>
                </c:pt>
                <c:pt idx="2">
                  <c:v>4.1799999999999997E-2</c:v>
                </c:pt>
                <c:pt idx="3">
                  <c:v>4.2017599170718983E-2</c:v>
                </c:pt>
                <c:pt idx="4">
                  <c:v>4.2320411403994909E-2</c:v>
                </c:pt>
                <c:pt idx="5">
                  <c:v>4.1599999999999998E-2</c:v>
                </c:pt>
                <c:pt idx="6">
                  <c:v>4.7100000000000003E-2</c:v>
                </c:pt>
                <c:pt idx="7">
                  <c:v>4.6300000000000001E-2</c:v>
                </c:pt>
                <c:pt idx="8">
                  <c:v>4.8500000000000001E-2</c:v>
                </c:pt>
                <c:pt idx="9">
                  <c:v>4.5999999999999999E-2</c:v>
                </c:pt>
                <c:pt idx="10">
                  <c:v>4.8899999999999999E-2</c:v>
                </c:pt>
                <c:pt idx="11">
                  <c:v>4.658837977478282E-2</c:v>
                </c:pt>
                <c:pt idx="12">
                  <c:v>5.6500000000000002E-2</c:v>
                </c:pt>
                <c:pt idx="13">
                  <c:v>5.3400000000000003E-2</c:v>
                </c:pt>
                <c:pt idx="14">
                  <c:v>5.3800000000000001E-2</c:v>
                </c:pt>
                <c:pt idx="15">
                  <c:v>5.9799999999999999E-2</c:v>
                </c:pt>
              </c:numCache>
            </c:numRef>
          </c:xVal>
          <c:yVal>
            <c:numRef>
              <c:f>('5B'!$V$47:$V$49,'5B'!$V$51:$V$52,'5B'!$V$54:$V$64)</c:f>
              <c:numCache>
                <c:formatCode>0.00_ </c:formatCode>
                <c:ptCount val="16"/>
                <c:pt idx="0">
                  <c:v>134.35722102556355</c:v>
                </c:pt>
                <c:pt idx="1">
                  <c:v>134.67660973649035</c:v>
                </c:pt>
                <c:pt idx="2">
                  <c:v>136.25250730095595</c:v>
                </c:pt>
                <c:pt idx="3">
                  <c:v>138.25706216515781</c:v>
                </c:pt>
                <c:pt idx="4">
                  <c:v>136.15876180609783</c:v>
                </c:pt>
                <c:pt idx="5">
                  <c:v>137.22662660579542</c:v>
                </c:pt>
                <c:pt idx="6">
                  <c:v>134.04521876579014</c:v>
                </c:pt>
                <c:pt idx="7">
                  <c:v>133.10122835671439</c:v>
                </c:pt>
                <c:pt idx="8">
                  <c:v>132.29850753720174</c:v>
                </c:pt>
                <c:pt idx="9">
                  <c:v>135.29062255673287</c:v>
                </c:pt>
                <c:pt idx="10">
                  <c:v>132.92705774153896</c:v>
                </c:pt>
                <c:pt idx="11">
                  <c:v>134.85837745202892</c:v>
                </c:pt>
                <c:pt idx="12">
                  <c:v>114.79419277771005</c:v>
                </c:pt>
                <c:pt idx="13">
                  <c:v>119.19145040359916</c:v>
                </c:pt>
                <c:pt idx="14">
                  <c:v>120.90159862711653</c:v>
                </c:pt>
                <c:pt idx="15">
                  <c:v>107.06806893144497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243-4F69-B29D-6489768AFBD0}"/>
            </c:ext>
          </c:extLst>
        </c:ser>
        <c:ser>
          <c:idx val="3"/>
          <c:order val="3"/>
          <c:tx>
            <c:v>EML 35nm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('5B'!$O$66:$O$69,'5B'!$O$73:$O$74,'5B'!$O$76:$O$77,'5B'!$O$79:$O$84,'5B'!$O$86:$O$87)</c:f>
              <c:numCache>
                <c:formatCode>0.000_ </c:formatCode>
                <c:ptCount val="16"/>
                <c:pt idx="0">
                  <c:v>4.0300000000000002E-2</c:v>
                </c:pt>
                <c:pt idx="1">
                  <c:v>4.07E-2</c:v>
                </c:pt>
                <c:pt idx="2">
                  <c:v>4.07E-2</c:v>
                </c:pt>
                <c:pt idx="3">
                  <c:v>4.1500000000000002E-2</c:v>
                </c:pt>
                <c:pt idx="4">
                  <c:v>4.3900000000000002E-2</c:v>
                </c:pt>
                <c:pt idx="5">
                  <c:v>4.3282433586716726E-2</c:v>
                </c:pt>
                <c:pt idx="6">
                  <c:v>4.3873041361543699E-2</c:v>
                </c:pt>
                <c:pt idx="7">
                  <c:v>4.4499999999999998E-2</c:v>
                </c:pt>
                <c:pt idx="8">
                  <c:v>4.36E-2</c:v>
                </c:pt>
                <c:pt idx="9">
                  <c:v>4.2999999999999997E-2</c:v>
                </c:pt>
                <c:pt idx="10">
                  <c:v>4.9200000000000001E-2</c:v>
                </c:pt>
                <c:pt idx="11">
                  <c:v>5.0500000000000003E-2</c:v>
                </c:pt>
                <c:pt idx="12">
                  <c:v>4.8728447796693428E-2</c:v>
                </c:pt>
                <c:pt idx="13">
                  <c:v>5.0799999999999998E-2</c:v>
                </c:pt>
                <c:pt idx="14">
                  <c:v>4.9700000000000001E-2</c:v>
                </c:pt>
                <c:pt idx="15">
                  <c:v>4.8000000000000001E-2</c:v>
                </c:pt>
              </c:numCache>
            </c:numRef>
          </c:xVal>
          <c:yVal>
            <c:numRef>
              <c:f>('5B'!$V$66:$V$69,'5B'!$V$73:$V$74,'5B'!$V$76:$V$77,'5B'!$V$79:$V$84,'5B'!$V$86:$V$87)</c:f>
              <c:numCache>
                <c:formatCode>0.00_ </c:formatCode>
                <c:ptCount val="16"/>
                <c:pt idx="0">
                  <c:v>125.40876950340585</c:v>
                </c:pt>
                <c:pt idx="1">
                  <c:v>124.48134663014996</c:v>
                </c:pt>
                <c:pt idx="2">
                  <c:v>126.81306083578379</c:v>
                </c:pt>
                <c:pt idx="3">
                  <c:v>127.02512461242874</c:v>
                </c:pt>
                <c:pt idx="4">
                  <c:v>129.99176719979749</c:v>
                </c:pt>
                <c:pt idx="5">
                  <c:v>129.43279553189006</c:v>
                </c:pt>
                <c:pt idx="6">
                  <c:v>131.06927166033228</c:v>
                </c:pt>
                <c:pt idx="7">
                  <c:v>134.55035585802136</c:v>
                </c:pt>
                <c:pt idx="8">
                  <c:v>136.1720204077948</c:v>
                </c:pt>
                <c:pt idx="9">
                  <c:v>133.67533482636236</c:v>
                </c:pt>
                <c:pt idx="10">
                  <c:v>122.80482158246308</c:v>
                </c:pt>
                <c:pt idx="11">
                  <c:v>123.72667888431774</c:v>
                </c:pt>
                <c:pt idx="12">
                  <c:v>126.11516585036389</c:v>
                </c:pt>
                <c:pt idx="13">
                  <c:v>125.06684336505494</c:v>
                </c:pt>
                <c:pt idx="14">
                  <c:v>127.3250821320474</c:v>
                </c:pt>
                <c:pt idx="15">
                  <c:v>129.15275597937298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243-4F69-B29D-6489768AFB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1122720"/>
        <c:axId val="1291118912"/>
      </c:scatterChart>
      <c:valAx>
        <c:axId val="1291122720"/>
        <c:scaling>
          <c:orientation val="minMax"/>
          <c:min val="3.5000000000000003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1118912"/>
        <c:crosses val="autoZero"/>
        <c:crossBetween val="midCat"/>
      </c:valAx>
      <c:valAx>
        <c:axId val="1291118912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11227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3934251968503936"/>
          <c:y val="0.48255686789151364"/>
          <c:w val="0.46994694378633356"/>
          <c:h val="0.312502187226596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CIEy-V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653937007874016"/>
          <c:y val="0.10689814814814817"/>
          <c:w val="0.81649059492563436"/>
          <c:h val="0.78570246427529888"/>
        </c:manualLayout>
      </c:layout>
      <c:scatterChart>
        <c:scatterStyle val="lineMarker"/>
        <c:varyColors val="0"/>
        <c:ser>
          <c:idx val="0"/>
          <c:order val="0"/>
          <c:tx>
            <c:v>EML 25nm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('4B'!$O$46,'4B'!$O$48:$O$51,'4B'!$O$53,'4B'!$O$55:$O$61,'4B'!$O$63:$O$66)</c:f>
              <c:numCache>
                <c:formatCode>0.000_ </c:formatCode>
                <c:ptCount val="17"/>
                <c:pt idx="0">
                  <c:v>3.9300000000000002E-2</c:v>
                </c:pt>
                <c:pt idx="1">
                  <c:v>4.0300000000000002E-2</c:v>
                </c:pt>
                <c:pt idx="2">
                  <c:v>4.0099999999999997E-2</c:v>
                </c:pt>
                <c:pt idx="3">
                  <c:v>3.9699999999999999E-2</c:v>
                </c:pt>
                <c:pt idx="4">
                  <c:v>3.9600000000000003E-2</c:v>
                </c:pt>
                <c:pt idx="5">
                  <c:v>3.9980769407391599E-2</c:v>
                </c:pt>
                <c:pt idx="6">
                  <c:v>4.0800000000000003E-2</c:v>
                </c:pt>
                <c:pt idx="7">
                  <c:v>4.2000000000000003E-2</c:v>
                </c:pt>
                <c:pt idx="8">
                  <c:v>4.0300000000000002E-2</c:v>
                </c:pt>
                <c:pt idx="9">
                  <c:v>4.2799999999999998E-2</c:v>
                </c:pt>
                <c:pt idx="10">
                  <c:v>4.1200000000000001E-2</c:v>
                </c:pt>
                <c:pt idx="11">
                  <c:v>4.2900000000000001E-2</c:v>
                </c:pt>
                <c:pt idx="12">
                  <c:v>4.7306329454323184E-2</c:v>
                </c:pt>
                <c:pt idx="13">
                  <c:v>4.5600000000000002E-2</c:v>
                </c:pt>
                <c:pt idx="14">
                  <c:v>4.99E-2</c:v>
                </c:pt>
                <c:pt idx="15">
                  <c:v>4.8076924074504354E-2</c:v>
                </c:pt>
                <c:pt idx="16">
                  <c:v>4.8417787540596134E-2</c:v>
                </c:pt>
              </c:numCache>
            </c:numRef>
          </c:xVal>
          <c:yVal>
            <c:numRef>
              <c:f>('4B'!$M$46,'4B'!$M$48:$M$51,'4B'!$M$53,'4B'!$M$55:$M$61,'4B'!$M$63:$M$66)</c:f>
              <c:numCache>
                <c:formatCode>0.00_ </c:formatCode>
                <c:ptCount val="17"/>
                <c:pt idx="0">
                  <c:v>3.6104721191083726</c:v>
                </c:pt>
                <c:pt idx="1">
                  <c:v>3.6035277836803239</c:v>
                </c:pt>
                <c:pt idx="2">
                  <c:v>3.6097705764821666</c:v>
                </c:pt>
                <c:pt idx="3">
                  <c:v>3.6090794629373679</c:v>
                </c:pt>
                <c:pt idx="4">
                  <c:v>3.6082735341942955</c:v>
                </c:pt>
                <c:pt idx="5">
                  <c:v>3.567073091722305</c:v>
                </c:pt>
                <c:pt idx="6">
                  <c:v>3.5884959531268121</c:v>
                </c:pt>
                <c:pt idx="7">
                  <c:v>3.5816883994806274</c:v>
                </c:pt>
                <c:pt idx="8">
                  <c:v>3.5712878444194924</c:v>
                </c:pt>
                <c:pt idx="9">
                  <c:v>3.5844474181552797</c:v>
                </c:pt>
                <c:pt idx="10">
                  <c:v>3.5798948823245884</c:v>
                </c:pt>
                <c:pt idx="11">
                  <c:v>3.5775268915148644</c:v>
                </c:pt>
                <c:pt idx="12">
                  <c:v>3.6102595449262407</c:v>
                </c:pt>
                <c:pt idx="13">
                  <c:v>3.5848253259673659</c:v>
                </c:pt>
                <c:pt idx="14">
                  <c:v>3.6032540250296208</c:v>
                </c:pt>
                <c:pt idx="15">
                  <c:v>3.5673593644891124</c:v>
                </c:pt>
                <c:pt idx="16">
                  <c:v>3.5708626679280981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83D-46F5-B107-42C4DA13B21A}"/>
            </c:ext>
          </c:extLst>
        </c:ser>
        <c:ser>
          <c:idx val="1"/>
          <c:order val="1"/>
          <c:tx>
            <c:v>EML 20nm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('4B'!$O$67:$O$70,'4B'!$O$72:$O$78,'4B'!$O$80:$O$81,'4B'!$O$83:$O$84)</c:f>
              <c:numCache>
                <c:formatCode>0.000_ </c:formatCode>
                <c:ptCount val="15"/>
                <c:pt idx="0">
                  <c:v>4.1599999999999998E-2</c:v>
                </c:pt>
                <c:pt idx="1">
                  <c:v>4.0300000000000002E-2</c:v>
                </c:pt>
                <c:pt idx="2">
                  <c:v>4.2299999999999997E-2</c:v>
                </c:pt>
                <c:pt idx="3">
                  <c:v>0.04</c:v>
                </c:pt>
                <c:pt idx="4">
                  <c:v>4.1099999999999998E-2</c:v>
                </c:pt>
                <c:pt idx="5">
                  <c:v>4.4200000000000003E-2</c:v>
                </c:pt>
                <c:pt idx="6">
                  <c:v>4.1799999999999997E-2</c:v>
                </c:pt>
                <c:pt idx="7">
                  <c:v>4.4600000000000001E-2</c:v>
                </c:pt>
                <c:pt idx="8">
                  <c:v>4.2000000000000003E-2</c:v>
                </c:pt>
                <c:pt idx="9">
                  <c:v>4.5550130109720866E-2</c:v>
                </c:pt>
                <c:pt idx="10">
                  <c:v>4.5400000000000003E-2</c:v>
                </c:pt>
                <c:pt idx="11">
                  <c:v>3.85E-2</c:v>
                </c:pt>
                <c:pt idx="12">
                  <c:v>3.78E-2</c:v>
                </c:pt>
                <c:pt idx="13">
                  <c:v>3.7900000000000003E-2</c:v>
                </c:pt>
                <c:pt idx="14">
                  <c:v>3.95E-2</c:v>
                </c:pt>
              </c:numCache>
            </c:numRef>
          </c:xVal>
          <c:yVal>
            <c:numRef>
              <c:f>('4B'!$M$67:$M$70,'4B'!$M$72:$M$78,'4B'!$M$80:$M$81,'4B'!$M$83:$M$84)</c:f>
              <c:numCache>
                <c:formatCode>0.00_ </c:formatCode>
                <c:ptCount val="15"/>
                <c:pt idx="0">
                  <c:v>3.4995849479909173</c:v>
                </c:pt>
                <c:pt idx="1">
                  <c:v>3.4967001428711146</c:v>
                </c:pt>
                <c:pt idx="2">
                  <c:v>3.4856298092202529</c:v>
                </c:pt>
                <c:pt idx="3">
                  <c:v>3.4827805670330507</c:v>
                </c:pt>
                <c:pt idx="4">
                  <c:v>3.4633109333333332</c:v>
                </c:pt>
                <c:pt idx="5">
                  <c:v>3.5317618420356909</c:v>
                </c:pt>
                <c:pt idx="6">
                  <c:v>3.5201483779401688</c:v>
                </c:pt>
                <c:pt idx="7">
                  <c:v>3.5193643919242881</c:v>
                </c:pt>
                <c:pt idx="8">
                  <c:v>3.5094802689802131</c:v>
                </c:pt>
                <c:pt idx="9">
                  <c:v>3.5084716661775497</c:v>
                </c:pt>
                <c:pt idx="10">
                  <c:v>3.5223475648535567</c:v>
                </c:pt>
                <c:pt idx="11">
                  <c:v>3.5699071180243744</c:v>
                </c:pt>
                <c:pt idx="12">
                  <c:v>3.5480052453036741</c:v>
                </c:pt>
                <c:pt idx="13">
                  <c:v>3.5158287068425897</c:v>
                </c:pt>
                <c:pt idx="14">
                  <c:v>3.5435519525584844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83D-46F5-B107-42C4DA13B21A}"/>
            </c:ext>
          </c:extLst>
        </c:ser>
        <c:ser>
          <c:idx val="2"/>
          <c:order val="2"/>
          <c:tx>
            <c:v>EML 30nm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('5B'!$O$47:$O$49,'5B'!$O$51:$O$52,'5B'!$O$54:$O$64)</c:f>
              <c:numCache>
                <c:formatCode>0.000_ </c:formatCode>
                <c:ptCount val="16"/>
                <c:pt idx="0">
                  <c:v>4.1099999999999998E-2</c:v>
                </c:pt>
                <c:pt idx="1">
                  <c:v>4.1263702209601814E-2</c:v>
                </c:pt>
                <c:pt idx="2">
                  <c:v>4.1799999999999997E-2</c:v>
                </c:pt>
                <c:pt idx="3">
                  <c:v>4.2017599170718983E-2</c:v>
                </c:pt>
                <c:pt idx="4">
                  <c:v>4.2320411403994909E-2</c:v>
                </c:pt>
                <c:pt idx="5">
                  <c:v>4.1599999999999998E-2</c:v>
                </c:pt>
                <c:pt idx="6">
                  <c:v>4.7100000000000003E-2</c:v>
                </c:pt>
                <c:pt idx="7">
                  <c:v>4.6300000000000001E-2</c:v>
                </c:pt>
                <c:pt idx="8">
                  <c:v>4.8500000000000001E-2</c:v>
                </c:pt>
                <c:pt idx="9">
                  <c:v>4.5999999999999999E-2</c:v>
                </c:pt>
                <c:pt idx="10">
                  <c:v>4.8899999999999999E-2</c:v>
                </c:pt>
                <c:pt idx="11">
                  <c:v>4.658837977478282E-2</c:v>
                </c:pt>
                <c:pt idx="12">
                  <c:v>5.6500000000000002E-2</c:v>
                </c:pt>
                <c:pt idx="13">
                  <c:v>5.3400000000000003E-2</c:v>
                </c:pt>
                <c:pt idx="14">
                  <c:v>5.3800000000000001E-2</c:v>
                </c:pt>
                <c:pt idx="15">
                  <c:v>5.9799999999999999E-2</c:v>
                </c:pt>
              </c:numCache>
            </c:numRef>
          </c:xVal>
          <c:yVal>
            <c:numRef>
              <c:f>('5B'!$M$47:$M$49,'5B'!$M$51:$M$52,'5B'!$M$54:$M$64)</c:f>
              <c:numCache>
                <c:formatCode>0.00_ </c:formatCode>
                <c:ptCount val="16"/>
                <c:pt idx="0">
                  <c:v>3.821800635695527</c:v>
                </c:pt>
                <c:pt idx="1">
                  <c:v>3.8236866301137691</c:v>
                </c:pt>
                <c:pt idx="2">
                  <c:v>3.7802322523357348</c:v>
                </c:pt>
                <c:pt idx="3">
                  <c:v>3.7630523823493132</c:v>
                </c:pt>
                <c:pt idx="4">
                  <c:v>3.7664641281583551</c:v>
                </c:pt>
                <c:pt idx="5">
                  <c:v>3.7199812142457538</c:v>
                </c:pt>
                <c:pt idx="6">
                  <c:v>3.8142853545776427</c:v>
                </c:pt>
                <c:pt idx="7">
                  <c:v>3.8185642768859847</c:v>
                </c:pt>
                <c:pt idx="8">
                  <c:v>3.7873043981588039</c:v>
                </c:pt>
                <c:pt idx="9">
                  <c:v>3.7801457804024494</c:v>
                </c:pt>
                <c:pt idx="10">
                  <c:v>3.7637441649257837</c:v>
                </c:pt>
                <c:pt idx="11">
                  <c:v>3.7453410356197354</c:v>
                </c:pt>
                <c:pt idx="12">
                  <c:v>3.8501906874771228</c:v>
                </c:pt>
                <c:pt idx="13">
                  <c:v>3.850678767203247</c:v>
                </c:pt>
                <c:pt idx="14">
                  <c:v>3.787249319289006</c:v>
                </c:pt>
                <c:pt idx="15">
                  <c:v>3.810928561341365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83D-46F5-B107-42C4DA13B21A}"/>
            </c:ext>
          </c:extLst>
        </c:ser>
        <c:ser>
          <c:idx val="3"/>
          <c:order val="3"/>
          <c:tx>
            <c:v>EML 35nm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('5B'!$O$66:$O$69,'5B'!$O$73:$O$74,'5B'!$O$76:$O$77,'5B'!$O$79:$O$84,'5B'!$O$86:$O$87)</c:f>
              <c:numCache>
                <c:formatCode>0.000_ </c:formatCode>
                <c:ptCount val="16"/>
                <c:pt idx="0">
                  <c:v>4.0300000000000002E-2</c:v>
                </c:pt>
                <c:pt idx="1">
                  <c:v>4.07E-2</c:v>
                </c:pt>
                <c:pt idx="2">
                  <c:v>4.07E-2</c:v>
                </c:pt>
                <c:pt idx="3">
                  <c:v>4.1500000000000002E-2</c:v>
                </c:pt>
                <c:pt idx="4">
                  <c:v>4.3900000000000002E-2</c:v>
                </c:pt>
                <c:pt idx="5">
                  <c:v>4.3282433586716726E-2</c:v>
                </c:pt>
                <c:pt idx="6">
                  <c:v>4.3873041361543699E-2</c:v>
                </c:pt>
                <c:pt idx="7">
                  <c:v>4.4499999999999998E-2</c:v>
                </c:pt>
                <c:pt idx="8">
                  <c:v>4.36E-2</c:v>
                </c:pt>
                <c:pt idx="9">
                  <c:v>4.2999999999999997E-2</c:v>
                </c:pt>
                <c:pt idx="10">
                  <c:v>4.9200000000000001E-2</c:v>
                </c:pt>
                <c:pt idx="11">
                  <c:v>5.0500000000000003E-2</c:v>
                </c:pt>
                <c:pt idx="12">
                  <c:v>4.8728447796693428E-2</c:v>
                </c:pt>
                <c:pt idx="13">
                  <c:v>5.0799999999999998E-2</c:v>
                </c:pt>
                <c:pt idx="14">
                  <c:v>4.9700000000000001E-2</c:v>
                </c:pt>
                <c:pt idx="15">
                  <c:v>4.8000000000000001E-2</c:v>
                </c:pt>
              </c:numCache>
            </c:numRef>
          </c:xVal>
          <c:yVal>
            <c:numRef>
              <c:f>('5B'!$M$66:$M$69,'5B'!$M$73:$M$74,'5B'!$M$76:$M$77,'5B'!$M$79:$M$84,'5B'!$M$86:$M$87)</c:f>
              <c:numCache>
                <c:formatCode>0.00_ </c:formatCode>
                <c:ptCount val="16"/>
                <c:pt idx="0">
                  <c:v>3.8878350929940306</c:v>
                </c:pt>
                <c:pt idx="1">
                  <c:v>3.8981312752489861</c:v>
                </c:pt>
                <c:pt idx="2">
                  <c:v>3.8490749611597992</c:v>
                </c:pt>
                <c:pt idx="3">
                  <c:v>3.8604048989707849</c:v>
                </c:pt>
                <c:pt idx="4">
                  <c:v>3.9126438833227652</c:v>
                </c:pt>
                <c:pt idx="5">
                  <c:v>3.9138028303707468</c:v>
                </c:pt>
                <c:pt idx="6">
                  <c:v>3.8514224721164307</c:v>
                </c:pt>
                <c:pt idx="7">
                  <c:v>3.8387210227503648</c:v>
                </c:pt>
                <c:pt idx="8">
                  <c:v>3.8474000722161588</c:v>
                </c:pt>
                <c:pt idx="9">
                  <c:v>3.8402011966014622</c:v>
                </c:pt>
                <c:pt idx="10">
                  <c:v>3.9330664611831403</c:v>
                </c:pt>
                <c:pt idx="11">
                  <c:v>3.9047450301557882</c:v>
                </c:pt>
                <c:pt idx="12">
                  <c:v>3.8815969543817528</c:v>
                </c:pt>
                <c:pt idx="13">
                  <c:v>3.8852911930061826</c:v>
                </c:pt>
                <c:pt idx="14">
                  <c:v>3.902642728126545</c:v>
                </c:pt>
                <c:pt idx="15">
                  <c:v>3.8786018425733202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83D-46F5-B107-42C4DA13B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1099872"/>
        <c:axId val="1291092256"/>
      </c:scatterChart>
      <c:valAx>
        <c:axId val="1291099872"/>
        <c:scaling>
          <c:orientation val="minMax"/>
          <c:min val="3.5000000000000003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1092256"/>
        <c:crosses val="autoZero"/>
        <c:crossBetween val="midCat"/>
      </c:valAx>
      <c:valAx>
        <c:axId val="1291092256"/>
        <c:scaling>
          <c:orientation val="minMax"/>
          <c:min val="3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10998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7425595448553592"/>
          <c:y val="0.55200131233595795"/>
          <c:w val="0.38407754547276707"/>
          <c:h val="0.312502187226596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altLang="zh-CN" sz="1600"/>
            </a:pPr>
            <a:r>
              <a:rPr lang="en-US"/>
              <a:t>log(J)-V curves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IVL-3-1-P3</c:v>
          </c:tx>
          <c:spPr>
            <a:ln w="3810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汇总!$AF$6:$AF$1000</c:f>
              <c:numCache>
                <c:formatCode>General</c:formatCode>
                <c:ptCount val="995"/>
                <c:pt idx="0">
                  <c:v>1.0366049999999999E-3</c:v>
                </c:pt>
                <c:pt idx="1">
                  <c:v>0.3012398</c:v>
                </c:pt>
                <c:pt idx="2">
                  <c:v>0.60113280000000002</c:v>
                </c:pt>
                <c:pt idx="3">
                  <c:v>0.90129459999999995</c:v>
                </c:pt>
                <c:pt idx="4">
                  <c:v>1.201149</c:v>
                </c:pt>
                <c:pt idx="5">
                  <c:v>1.5013559999999999</c:v>
                </c:pt>
                <c:pt idx="6">
                  <c:v>1.8011349999999999</c:v>
                </c:pt>
                <c:pt idx="7">
                  <c:v>2.101159</c:v>
                </c:pt>
                <c:pt idx="8">
                  <c:v>2.4008929999999999</c:v>
                </c:pt>
                <c:pt idx="9">
                  <c:v>2.7009840000000001</c:v>
                </c:pt>
                <c:pt idx="10">
                  <c:v>3.0009589999999999</c:v>
                </c:pt>
                <c:pt idx="11">
                  <c:v>3.200977</c:v>
                </c:pt>
                <c:pt idx="12">
                  <c:v>3.401065</c:v>
                </c:pt>
                <c:pt idx="13">
                  <c:v>3.6010840000000002</c:v>
                </c:pt>
                <c:pt idx="14">
                  <c:v>3.8011720000000002</c:v>
                </c:pt>
                <c:pt idx="15">
                  <c:v>4.0012420000000004</c:v>
                </c:pt>
                <c:pt idx="16">
                  <c:v>4.2011560000000001</c:v>
                </c:pt>
                <c:pt idx="17">
                  <c:v>4.4011420000000001</c:v>
                </c:pt>
                <c:pt idx="18">
                  <c:v>4.6011439999999997</c:v>
                </c:pt>
              </c:numCache>
            </c:numRef>
          </c:xVal>
          <c:yVal>
            <c:numRef>
              <c:f>汇总!$AD$6:$AD$1000</c:f>
              <c:numCache>
                <c:formatCode>General</c:formatCode>
                <c:ptCount val="995"/>
                <c:pt idx="0">
                  <c:v>-2.86163874244103E-5</c:v>
                </c:pt>
                <c:pt idx="1">
                  <c:v>-1.61738826125141E-5</c:v>
                </c:pt>
                <c:pt idx="2">
                  <c:v>-7.3599207177120101E-6</c:v>
                </c:pt>
                <c:pt idx="3">
                  <c:v>5.1984000000000003E-7</c:v>
                </c:pt>
                <c:pt idx="4">
                  <c:v>9.801599999999999E-7</c:v>
                </c:pt>
                <c:pt idx="5">
                  <c:v>8.2137999999999992E-6</c:v>
                </c:pt>
                <c:pt idx="6">
                  <c:v>1.1106E-5</c:v>
                </c:pt>
                <c:pt idx="7">
                  <c:v>2.107E-5</c:v>
                </c:pt>
                <c:pt idx="8">
                  <c:v>1E-3</c:v>
                </c:pt>
                <c:pt idx="9">
                  <c:v>3.5700000000000003E-2</c:v>
                </c:pt>
                <c:pt idx="10">
                  <c:v>0.92510000000000003</c:v>
                </c:pt>
                <c:pt idx="11">
                  <c:v>2.7562000000000002</c:v>
                </c:pt>
                <c:pt idx="12">
                  <c:v>5.6813000000000002</c:v>
                </c:pt>
                <c:pt idx="13">
                  <c:v>9.7538</c:v>
                </c:pt>
                <c:pt idx="14">
                  <c:v>15.1226</c:v>
                </c:pt>
                <c:pt idx="15">
                  <c:v>21.988600000000002</c:v>
                </c:pt>
                <c:pt idx="16">
                  <c:v>30.590699999999998</c:v>
                </c:pt>
                <c:pt idx="17">
                  <c:v>41.2545</c:v>
                </c:pt>
                <c:pt idx="18">
                  <c:v>54.318399999999997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3D5-406A-A8DA-A9CE8965F310}"/>
            </c:ext>
          </c:extLst>
        </c:ser>
        <c:ser>
          <c:idx val="1"/>
          <c:order val="1"/>
          <c:tx>
            <c:v>IVL-3-2-P3</c:v>
          </c:tx>
          <c:spPr>
            <a:ln w="38100" cap="rnd" cmpd="sng" algn="ctr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汇总!$BG$6:$BG$1000</c:f>
              <c:numCache>
                <c:formatCode>General</c:formatCode>
                <c:ptCount val="995"/>
                <c:pt idx="0">
                  <c:v>1.0223039999999999E-3</c:v>
                </c:pt>
                <c:pt idx="1">
                  <c:v>0.3012127</c:v>
                </c:pt>
                <c:pt idx="2">
                  <c:v>0.6011223</c:v>
                </c:pt>
                <c:pt idx="3">
                  <c:v>0.90130520000000003</c:v>
                </c:pt>
                <c:pt idx="4">
                  <c:v>1.20119</c:v>
                </c:pt>
                <c:pt idx="5">
                  <c:v>1.5013650000000001</c:v>
                </c:pt>
                <c:pt idx="6">
                  <c:v>1.801132</c:v>
                </c:pt>
                <c:pt idx="7">
                  <c:v>2.1011769999999999</c:v>
                </c:pt>
                <c:pt idx="8">
                  <c:v>2.4008850000000002</c:v>
                </c:pt>
                <c:pt idx="9">
                  <c:v>2.7009949999999998</c:v>
                </c:pt>
                <c:pt idx="10">
                  <c:v>3.0009809999999999</c:v>
                </c:pt>
                <c:pt idx="11">
                  <c:v>3.2009880000000002</c:v>
                </c:pt>
                <c:pt idx="12">
                  <c:v>3.4010570000000002</c:v>
                </c:pt>
                <c:pt idx="13">
                  <c:v>3.601089</c:v>
                </c:pt>
                <c:pt idx="14">
                  <c:v>3.8011539999999999</c:v>
                </c:pt>
                <c:pt idx="15">
                  <c:v>4.001296</c:v>
                </c:pt>
                <c:pt idx="16">
                  <c:v>4.2011789999999998</c:v>
                </c:pt>
                <c:pt idx="17">
                  <c:v>4.4011469999999999</c:v>
                </c:pt>
                <c:pt idx="18">
                  <c:v>4.6011490000000004</c:v>
                </c:pt>
              </c:numCache>
            </c:numRef>
          </c:xVal>
          <c:yVal>
            <c:numRef>
              <c:f>汇总!$BE$6:$BE$1000</c:f>
              <c:numCache>
                <c:formatCode>General</c:formatCode>
                <c:ptCount val="995"/>
                <c:pt idx="0">
                  <c:v>-2.96358085588454E-5</c:v>
                </c:pt>
                <c:pt idx="1">
                  <c:v>-1.63835123652056E-5</c:v>
                </c:pt>
                <c:pt idx="2">
                  <c:v>-7.2314645558562101E-6</c:v>
                </c:pt>
                <c:pt idx="3">
                  <c:v>-1.07804506520409E-6</c:v>
                </c:pt>
                <c:pt idx="4">
                  <c:v>2.5502000000000002E-6</c:v>
                </c:pt>
                <c:pt idx="5">
                  <c:v>4.2230000000000001E-6</c:v>
                </c:pt>
                <c:pt idx="6">
                  <c:v>1.2962999999999999E-5</c:v>
                </c:pt>
                <c:pt idx="7">
                  <c:v>2.3496999999999999E-5</c:v>
                </c:pt>
                <c:pt idx="8">
                  <c:v>1E-3</c:v>
                </c:pt>
                <c:pt idx="9">
                  <c:v>3.9199999999999999E-2</c:v>
                </c:pt>
                <c:pt idx="10">
                  <c:v>1.0114000000000001</c:v>
                </c:pt>
                <c:pt idx="11">
                  <c:v>2.9638</c:v>
                </c:pt>
                <c:pt idx="12">
                  <c:v>6.0587999999999997</c:v>
                </c:pt>
                <c:pt idx="13">
                  <c:v>10.348800000000001</c:v>
                </c:pt>
                <c:pt idx="14">
                  <c:v>15.9816</c:v>
                </c:pt>
                <c:pt idx="15">
                  <c:v>23.170999999999999</c:v>
                </c:pt>
                <c:pt idx="16">
                  <c:v>32.162500000000001</c:v>
                </c:pt>
                <c:pt idx="17">
                  <c:v>43.325299999999999</c:v>
                </c:pt>
                <c:pt idx="18">
                  <c:v>56.997700000000002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3D5-406A-A8DA-A9CE8965F310}"/>
            </c:ext>
          </c:extLst>
        </c:ser>
        <c:ser>
          <c:idx val="2"/>
          <c:order val="2"/>
          <c:tx>
            <c:v>IVL-5-2-P3</c:v>
          </c:tx>
          <c:spPr>
            <a:ln w="38100" cap="rnd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汇总!$CH$6:$CH$1000</c:f>
              <c:numCache>
                <c:formatCode>General</c:formatCode>
                <c:ptCount val="995"/>
                <c:pt idx="0">
                  <c:v>1.0223020000000001E-3</c:v>
                </c:pt>
                <c:pt idx="1">
                  <c:v>0.30125659999999999</c:v>
                </c:pt>
                <c:pt idx="2">
                  <c:v>0.60113019999999995</c:v>
                </c:pt>
                <c:pt idx="3">
                  <c:v>0.90128330000000001</c:v>
                </c:pt>
                <c:pt idx="4">
                  <c:v>1.201149</c:v>
                </c:pt>
                <c:pt idx="5">
                  <c:v>1.5013810000000001</c:v>
                </c:pt>
                <c:pt idx="6">
                  <c:v>1.8011490000000001</c:v>
                </c:pt>
                <c:pt idx="7">
                  <c:v>2.1011470000000001</c:v>
                </c:pt>
                <c:pt idx="8">
                  <c:v>2.4009079999999998</c:v>
                </c:pt>
                <c:pt idx="9">
                  <c:v>2.700993</c:v>
                </c:pt>
                <c:pt idx="10">
                  <c:v>3.001007</c:v>
                </c:pt>
                <c:pt idx="11">
                  <c:v>3.2009989999999999</c:v>
                </c:pt>
                <c:pt idx="12">
                  <c:v>3.4010769999999999</c:v>
                </c:pt>
                <c:pt idx="13">
                  <c:v>3.601111</c:v>
                </c:pt>
                <c:pt idx="14">
                  <c:v>3.8011949999999999</c:v>
                </c:pt>
                <c:pt idx="15">
                  <c:v>4.0011239999999999</c:v>
                </c:pt>
                <c:pt idx="16">
                  <c:v>4.2012</c:v>
                </c:pt>
                <c:pt idx="17">
                  <c:v>4.4011680000000002</c:v>
                </c:pt>
              </c:numCache>
            </c:numRef>
          </c:xVal>
          <c:yVal>
            <c:numRef>
              <c:f>汇总!$CF$6:$CF$1000</c:f>
              <c:numCache>
                <c:formatCode>General</c:formatCode>
                <c:ptCount val="995"/>
                <c:pt idx="0">
                  <c:v>-2.89975880189727E-5</c:v>
                </c:pt>
                <c:pt idx="1">
                  <c:v>-1.21609862772042E-5</c:v>
                </c:pt>
                <c:pt idx="2">
                  <c:v>-8.8849138797046792E-6</c:v>
                </c:pt>
                <c:pt idx="3">
                  <c:v>-2.5701554260855798E-6</c:v>
                </c:pt>
                <c:pt idx="4">
                  <c:v>1.3233000000000001E-6</c:v>
                </c:pt>
                <c:pt idx="5">
                  <c:v>7.9117000000000008E-6</c:v>
                </c:pt>
                <c:pt idx="6">
                  <c:v>1.1571E-5</c:v>
                </c:pt>
                <c:pt idx="7">
                  <c:v>2.1841E-5</c:v>
                </c:pt>
                <c:pt idx="8">
                  <c:v>9.9631999999999997E-4</c:v>
                </c:pt>
                <c:pt idx="9">
                  <c:v>4.8500000000000001E-2</c:v>
                </c:pt>
                <c:pt idx="10">
                  <c:v>1.3331999999999999</c:v>
                </c:pt>
                <c:pt idx="11">
                  <c:v>3.6526000000000001</c:v>
                </c:pt>
                <c:pt idx="12">
                  <c:v>7.1632999999999996</c:v>
                </c:pt>
                <c:pt idx="13">
                  <c:v>11.9604</c:v>
                </c:pt>
                <c:pt idx="14">
                  <c:v>18.2423</c:v>
                </c:pt>
                <c:pt idx="15">
                  <c:v>26.286300000000001</c:v>
                </c:pt>
                <c:pt idx="16">
                  <c:v>36.376300000000001</c:v>
                </c:pt>
                <c:pt idx="17">
                  <c:v>48.917000000000002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3D5-406A-A8DA-A9CE8965F310}"/>
            </c:ext>
          </c:extLst>
        </c:ser>
        <c:ser>
          <c:idx val="3"/>
          <c:order val="3"/>
          <c:tx>
            <c:v>IVL-5-3-P3</c:v>
          </c:tx>
          <c:spPr>
            <a:ln w="38100" cap="rnd" cmpd="sng" algn="ctr">
              <a:solidFill>
                <a:srgbClr val="640064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汇总!$DI$6:$DI$1000</c:f>
              <c:numCache>
                <c:formatCode>General</c:formatCode>
                <c:ptCount val="995"/>
                <c:pt idx="0">
                  <c:v>1.012209E-3</c:v>
                </c:pt>
                <c:pt idx="1">
                  <c:v>0.30123040000000001</c:v>
                </c:pt>
                <c:pt idx="2">
                  <c:v>0.6011107</c:v>
                </c:pt>
                <c:pt idx="3">
                  <c:v>0.9012734</c:v>
                </c:pt>
                <c:pt idx="4">
                  <c:v>1.201171</c:v>
                </c:pt>
                <c:pt idx="5">
                  <c:v>1.501409</c:v>
                </c:pt>
                <c:pt idx="6">
                  <c:v>1.8011250000000001</c:v>
                </c:pt>
                <c:pt idx="7">
                  <c:v>2.101159</c:v>
                </c:pt>
                <c:pt idx="8">
                  <c:v>2.4009100000000001</c:v>
                </c:pt>
                <c:pt idx="9">
                  <c:v>2.700977</c:v>
                </c:pt>
                <c:pt idx="10">
                  <c:v>3.0009760000000001</c:v>
                </c:pt>
                <c:pt idx="11">
                  <c:v>3.2009970000000001</c:v>
                </c:pt>
                <c:pt idx="12">
                  <c:v>3.4010539999999998</c:v>
                </c:pt>
                <c:pt idx="13">
                  <c:v>3.6011060000000001</c:v>
                </c:pt>
                <c:pt idx="14">
                  <c:v>3.8011810000000001</c:v>
                </c:pt>
                <c:pt idx="15">
                  <c:v>4.0011450000000002</c:v>
                </c:pt>
                <c:pt idx="16">
                  <c:v>4.2011969999999996</c:v>
                </c:pt>
                <c:pt idx="17">
                  <c:v>4.4011670000000001</c:v>
                </c:pt>
              </c:numCache>
            </c:numRef>
          </c:xVal>
          <c:yVal>
            <c:numRef>
              <c:f>汇总!$DG$6:$DG$1000</c:f>
              <c:numCache>
                <c:formatCode>General</c:formatCode>
                <c:ptCount val="995"/>
                <c:pt idx="0">
                  <c:v>-2.8249471151132801E-5</c:v>
                </c:pt>
                <c:pt idx="1">
                  <c:v>-1.45882300039693E-5</c:v>
                </c:pt>
                <c:pt idx="2">
                  <c:v>-6.9190757439490997E-6</c:v>
                </c:pt>
                <c:pt idx="3">
                  <c:v>-1.2476021602061701E-6</c:v>
                </c:pt>
                <c:pt idx="4">
                  <c:v>1.7909000000000001E-6</c:v>
                </c:pt>
                <c:pt idx="5">
                  <c:v>7.7965999999999992E-6</c:v>
                </c:pt>
                <c:pt idx="6">
                  <c:v>1.2024E-5</c:v>
                </c:pt>
                <c:pt idx="7">
                  <c:v>2.4794999999999999E-5</c:v>
                </c:pt>
                <c:pt idx="8">
                  <c:v>1.1000000000000001E-3</c:v>
                </c:pt>
                <c:pt idx="9">
                  <c:v>0.05</c:v>
                </c:pt>
                <c:pt idx="10">
                  <c:v>1.3807</c:v>
                </c:pt>
                <c:pt idx="11">
                  <c:v>3.7682000000000002</c:v>
                </c:pt>
                <c:pt idx="12">
                  <c:v>7.3653000000000004</c:v>
                </c:pt>
                <c:pt idx="13">
                  <c:v>12.2721</c:v>
                </c:pt>
                <c:pt idx="14">
                  <c:v>18.6892</c:v>
                </c:pt>
                <c:pt idx="15">
                  <c:v>26.8933</c:v>
                </c:pt>
                <c:pt idx="16">
                  <c:v>37.180199999999999</c:v>
                </c:pt>
                <c:pt idx="17">
                  <c:v>49.951599999999999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3D5-406A-A8DA-A9CE8965F310}"/>
            </c:ext>
          </c:extLst>
        </c:ser>
        <c:ser>
          <c:idx val="4"/>
          <c:order val="4"/>
          <c:tx>
            <c:v>IVL-2-1-P4</c:v>
          </c:tx>
          <c:spPr>
            <a:ln w="38100" cap="rnd" cmpd="sng" algn="ctr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汇总!$EJ$6:$EJ$1000</c:f>
              <c:numCache>
                <c:formatCode>General</c:formatCode>
                <c:ptCount val="995"/>
                <c:pt idx="0">
                  <c:v>1.0105260000000001E-3</c:v>
                </c:pt>
                <c:pt idx="1">
                  <c:v>0.3012341</c:v>
                </c:pt>
                <c:pt idx="2">
                  <c:v>0.60114279999999998</c:v>
                </c:pt>
                <c:pt idx="3">
                  <c:v>0.90128960000000002</c:v>
                </c:pt>
                <c:pt idx="4">
                  <c:v>1.201173</c:v>
                </c:pt>
                <c:pt idx="5">
                  <c:v>1.501382</c:v>
                </c:pt>
                <c:pt idx="6">
                  <c:v>1.8011349999999999</c:v>
                </c:pt>
                <c:pt idx="7">
                  <c:v>2.1011609999999998</c:v>
                </c:pt>
                <c:pt idx="8">
                  <c:v>2.4009130000000001</c:v>
                </c:pt>
                <c:pt idx="9">
                  <c:v>2.7009470000000002</c:v>
                </c:pt>
                <c:pt idx="10">
                  <c:v>3.0009459999999999</c:v>
                </c:pt>
                <c:pt idx="11">
                  <c:v>3.2010809999999998</c:v>
                </c:pt>
                <c:pt idx="12">
                  <c:v>3.4010310000000001</c:v>
                </c:pt>
                <c:pt idx="13">
                  <c:v>3.6010550000000001</c:v>
                </c:pt>
                <c:pt idx="14">
                  <c:v>3.8011360000000001</c:v>
                </c:pt>
                <c:pt idx="15">
                  <c:v>4.0012480000000004</c:v>
                </c:pt>
                <c:pt idx="16">
                  <c:v>4.2013230000000004</c:v>
                </c:pt>
                <c:pt idx="17">
                  <c:v>4.4011550000000002</c:v>
                </c:pt>
                <c:pt idx="18">
                  <c:v>4.6011420000000003</c:v>
                </c:pt>
                <c:pt idx="19">
                  <c:v>4.8010950000000001</c:v>
                </c:pt>
              </c:numCache>
            </c:numRef>
          </c:xVal>
          <c:yVal>
            <c:numRef>
              <c:f>汇总!$EH$6:$EH$1000</c:f>
              <c:numCache>
                <c:formatCode>General</c:formatCode>
                <c:ptCount val="995"/>
                <c:pt idx="0">
                  <c:v>-3.1224425653245897E-5</c:v>
                </c:pt>
                <c:pt idx="1">
                  <c:v>-1.6136843660935901E-5</c:v>
                </c:pt>
                <c:pt idx="2">
                  <c:v>-6.9098178405136296E-6</c:v>
                </c:pt>
                <c:pt idx="3">
                  <c:v>-2.4694485150819402E-6</c:v>
                </c:pt>
                <c:pt idx="4">
                  <c:v>1.1898E-6</c:v>
                </c:pt>
                <c:pt idx="5">
                  <c:v>8.9474000000000001E-6</c:v>
                </c:pt>
                <c:pt idx="6">
                  <c:v>1.1573000000000001E-5</c:v>
                </c:pt>
                <c:pt idx="7">
                  <c:v>2.3499E-5</c:v>
                </c:pt>
                <c:pt idx="8">
                  <c:v>1E-3</c:v>
                </c:pt>
                <c:pt idx="9">
                  <c:v>2.3E-2</c:v>
                </c:pt>
                <c:pt idx="10">
                  <c:v>0.48330000000000001</c:v>
                </c:pt>
                <c:pt idx="11">
                  <c:v>1.5341</c:v>
                </c:pt>
                <c:pt idx="12">
                  <c:v>3.3348</c:v>
                </c:pt>
                <c:pt idx="13">
                  <c:v>5.9781000000000004</c:v>
                </c:pt>
                <c:pt idx="14">
                  <c:v>9.5882000000000005</c:v>
                </c:pt>
                <c:pt idx="15">
                  <c:v>14.3165</c:v>
                </c:pt>
                <c:pt idx="16">
                  <c:v>20.3352</c:v>
                </c:pt>
                <c:pt idx="17">
                  <c:v>27.840499999999999</c:v>
                </c:pt>
                <c:pt idx="18">
                  <c:v>37.056100000000001</c:v>
                </c:pt>
                <c:pt idx="19">
                  <c:v>48.2577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E3D5-406A-A8DA-A9CE8965F310}"/>
            </c:ext>
          </c:extLst>
        </c:ser>
        <c:ser>
          <c:idx val="5"/>
          <c:order val="5"/>
          <c:tx>
            <c:v>IVL-2-2-P4</c:v>
          </c:tx>
          <c:spPr>
            <a:ln w="38100" cap="rnd" cmpd="sng" algn="ctr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汇总!$FK$6:$FK$1000</c:f>
              <c:numCache>
                <c:formatCode>General</c:formatCode>
                <c:ptCount val="995"/>
                <c:pt idx="0">
                  <c:v>1.0029539999999999E-3</c:v>
                </c:pt>
                <c:pt idx="1">
                  <c:v>0.30124390000000001</c:v>
                </c:pt>
                <c:pt idx="2">
                  <c:v>0.6011396</c:v>
                </c:pt>
                <c:pt idx="3">
                  <c:v>0.90129280000000001</c:v>
                </c:pt>
                <c:pt idx="4">
                  <c:v>1.201165</c:v>
                </c:pt>
                <c:pt idx="5">
                  <c:v>1.5013840000000001</c:v>
                </c:pt>
                <c:pt idx="6">
                  <c:v>1.8011269999999999</c:v>
                </c:pt>
                <c:pt idx="7">
                  <c:v>2.101162</c:v>
                </c:pt>
                <c:pt idx="8">
                  <c:v>2.4009</c:v>
                </c:pt>
                <c:pt idx="9">
                  <c:v>2.6994020000000001</c:v>
                </c:pt>
                <c:pt idx="10">
                  <c:v>3.0009480000000002</c:v>
                </c:pt>
                <c:pt idx="11">
                  <c:v>3.2011069999999999</c:v>
                </c:pt>
                <c:pt idx="12">
                  <c:v>3.4010470000000002</c:v>
                </c:pt>
                <c:pt idx="13">
                  <c:v>3.601057</c:v>
                </c:pt>
                <c:pt idx="14">
                  <c:v>3.801113</c:v>
                </c:pt>
                <c:pt idx="15">
                  <c:v>4.0012309999999998</c:v>
                </c:pt>
                <c:pt idx="16">
                  <c:v>4.2013230000000004</c:v>
                </c:pt>
                <c:pt idx="17">
                  <c:v>4.4011570000000004</c:v>
                </c:pt>
                <c:pt idx="18">
                  <c:v>4.6011290000000002</c:v>
                </c:pt>
                <c:pt idx="19">
                  <c:v>4.8010890000000002</c:v>
                </c:pt>
              </c:numCache>
            </c:numRef>
          </c:xVal>
          <c:yVal>
            <c:numRef>
              <c:f>汇总!$FI$6:$FI$1000</c:f>
              <c:numCache>
                <c:formatCode>General</c:formatCode>
                <c:ptCount val="995"/>
                <c:pt idx="0">
                  <c:v>-3.1352911166446798E-5</c:v>
                </c:pt>
                <c:pt idx="1">
                  <c:v>-1.5048618081681901E-5</c:v>
                </c:pt>
                <c:pt idx="2">
                  <c:v>-9.40796707921825E-6</c:v>
                </c:pt>
                <c:pt idx="3">
                  <c:v>-4.06431989193539E-6</c:v>
                </c:pt>
                <c:pt idx="4">
                  <c:v>4.3146999999999999E-7</c:v>
                </c:pt>
                <c:pt idx="5">
                  <c:v>6.4803999999999998E-6</c:v>
                </c:pt>
                <c:pt idx="6">
                  <c:v>8.9854000000000004E-6</c:v>
                </c:pt>
                <c:pt idx="7">
                  <c:v>1.7618999999999999E-5</c:v>
                </c:pt>
                <c:pt idx="8">
                  <c:v>1E-3</c:v>
                </c:pt>
                <c:pt idx="9">
                  <c:v>2.4500000000000001E-2</c:v>
                </c:pt>
                <c:pt idx="10">
                  <c:v>0.53400000000000003</c:v>
                </c:pt>
                <c:pt idx="11">
                  <c:v>1.6871</c:v>
                </c:pt>
                <c:pt idx="12">
                  <c:v>3.6551999999999998</c:v>
                </c:pt>
                <c:pt idx="13">
                  <c:v>6.5210999999999997</c:v>
                </c:pt>
                <c:pt idx="14">
                  <c:v>10.407299999999999</c:v>
                </c:pt>
                <c:pt idx="15">
                  <c:v>15.4739</c:v>
                </c:pt>
                <c:pt idx="16">
                  <c:v>21.903700000000001</c:v>
                </c:pt>
                <c:pt idx="17">
                  <c:v>29.8996</c:v>
                </c:pt>
                <c:pt idx="18">
                  <c:v>39.738700000000001</c:v>
                </c:pt>
                <c:pt idx="19">
                  <c:v>51.6922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E3D5-406A-A8DA-A9CE8965F310}"/>
            </c:ext>
          </c:extLst>
        </c:ser>
        <c:ser>
          <c:idx val="6"/>
          <c:order val="6"/>
          <c:tx>
            <c:v>IVL-5-1-P3</c:v>
          </c:tx>
          <c:spPr>
            <a:ln w="38100" cap="rnd" cmpd="sng" algn="ctr">
              <a:solidFill>
                <a:srgbClr val="FFC8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汇总!$GL$6:$GL$1000</c:f>
              <c:numCache>
                <c:formatCode>General</c:formatCode>
                <c:ptCount val="995"/>
                <c:pt idx="0">
                  <c:v>1.021461E-3</c:v>
                </c:pt>
                <c:pt idx="1">
                  <c:v>0.3012127</c:v>
                </c:pt>
                <c:pt idx="2">
                  <c:v>0.60112339999999997</c:v>
                </c:pt>
                <c:pt idx="3">
                  <c:v>0.90127849999999998</c:v>
                </c:pt>
                <c:pt idx="4">
                  <c:v>1.2011750000000001</c:v>
                </c:pt>
                <c:pt idx="5">
                  <c:v>1.501371</c:v>
                </c:pt>
                <c:pt idx="6">
                  <c:v>1.801129</c:v>
                </c:pt>
                <c:pt idx="7">
                  <c:v>2.1011510000000002</c:v>
                </c:pt>
                <c:pt idx="8">
                  <c:v>2.4009049999999998</c:v>
                </c:pt>
                <c:pt idx="9">
                  <c:v>2.7010879999999999</c:v>
                </c:pt>
                <c:pt idx="10">
                  <c:v>3.0009269999999999</c:v>
                </c:pt>
                <c:pt idx="11">
                  <c:v>3.2010770000000002</c:v>
                </c:pt>
                <c:pt idx="12">
                  <c:v>3.401049</c:v>
                </c:pt>
                <c:pt idx="13">
                  <c:v>3.6010279999999999</c:v>
                </c:pt>
                <c:pt idx="14">
                  <c:v>3.8011140000000001</c:v>
                </c:pt>
                <c:pt idx="15">
                  <c:v>4.0012080000000001</c:v>
                </c:pt>
                <c:pt idx="16">
                  <c:v>4.2012859999999996</c:v>
                </c:pt>
                <c:pt idx="17">
                  <c:v>4.4012979999999997</c:v>
                </c:pt>
                <c:pt idx="18">
                  <c:v>4.6011230000000003</c:v>
                </c:pt>
                <c:pt idx="19">
                  <c:v>4.8010929999999998</c:v>
                </c:pt>
                <c:pt idx="20">
                  <c:v>5.000947</c:v>
                </c:pt>
              </c:numCache>
            </c:numRef>
          </c:xVal>
          <c:yVal>
            <c:numRef>
              <c:f>汇总!$GJ$6:$GJ$1000</c:f>
              <c:numCache>
                <c:formatCode>General</c:formatCode>
                <c:ptCount val="995"/>
                <c:pt idx="0">
                  <c:v>-2.8124140907530798E-5</c:v>
                </c:pt>
                <c:pt idx="1">
                  <c:v>-1.54185697732324E-5</c:v>
                </c:pt>
                <c:pt idx="2">
                  <c:v>-7.5448831107874403E-6</c:v>
                </c:pt>
                <c:pt idx="3">
                  <c:v>-2.6636712575382799E-6</c:v>
                </c:pt>
                <c:pt idx="4">
                  <c:v>2.3522000000000001E-7</c:v>
                </c:pt>
                <c:pt idx="5">
                  <c:v>7.6055000000000003E-6</c:v>
                </c:pt>
                <c:pt idx="6">
                  <c:v>1.0511E-5</c:v>
                </c:pt>
                <c:pt idx="7">
                  <c:v>1.9269000000000001E-5</c:v>
                </c:pt>
                <c:pt idx="8">
                  <c:v>9.1564000000000001E-4</c:v>
                </c:pt>
                <c:pt idx="9">
                  <c:v>1.8499999999999999E-2</c:v>
                </c:pt>
                <c:pt idx="10">
                  <c:v>0.35870000000000002</c:v>
                </c:pt>
                <c:pt idx="11">
                  <c:v>1.1890000000000001</c:v>
                </c:pt>
                <c:pt idx="12">
                  <c:v>2.6490999999999998</c:v>
                </c:pt>
                <c:pt idx="13">
                  <c:v>4.8154000000000003</c:v>
                </c:pt>
                <c:pt idx="14">
                  <c:v>7.8025000000000002</c:v>
                </c:pt>
                <c:pt idx="15">
                  <c:v>11.744999999999999</c:v>
                </c:pt>
                <c:pt idx="16">
                  <c:v>16.788499999999999</c:v>
                </c:pt>
                <c:pt idx="17">
                  <c:v>23.095500000000001</c:v>
                </c:pt>
                <c:pt idx="18">
                  <c:v>30.844100000000001</c:v>
                </c:pt>
                <c:pt idx="19">
                  <c:v>40.2958</c:v>
                </c:pt>
                <c:pt idx="20">
                  <c:v>51.672499999999999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E3D5-406A-A8DA-A9CE8965F310}"/>
            </c:ext>
          </c:extLst>
        </c:ser>
        <c:ser>
          <c:idx val="7"/>
          <c:order val="7"/>
          <c:tx>
            <c:v>IVL-5-3-P3</c:v>
          </c:tx>
          <c:spPr>
            <a:ln w="38100" cap="rnd" cmpd="sng" algn="ctr">
              <a:solidFill>
                <a:srgbClr val="009696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汇总!$HM$6:$HM$1000</c:f>
              <c:numCache>
                <c:formatCode>General</c:formatCode>
                <c:ptCount val="995"/>
                <c:pt idx="0">
                  <c:v>1.0088460000000001E-3</c:v>
                </c:pt>
                <c:pt idx="1">
                  <c:v>0.30121340000000002</c:v>
                </c:pt>
                <c:pt idx="2">
                  <c:v>0.6011379</c:v>
                </c:pt>
                <c:pt idx="3">
                  <c:v>0.90128319999999995</c:v>
                </c:pt>
                <c:pt idx="4">
                  <c:v>1.201168</c:v>
                </c:pt>
                <c:pt idx="5">
                  <c:v>1.501379</c:v>
                </c:pt>
                <c:pt idx="6">
                  <c:v>1.8011490000000001</c:v>
                </c:pt>
                <c:pt idx="7">
                  <c:v>2.101146</c:v>
                </c:pt>
                <c:pt idx="8">
                  <c:v>2.400903</c:v>
                </c:pt>
                <c:pt idx="9">
                  <c:v>2.7011229999999999</c:v>
                </c:pt>
                <c:pt idx="10">
                  <c:v>3.0009380000000001</c:v>
                </c:pt>
                <c:pt idx="11">
                  <c:v>3.2010860000000001</c:v>
                </c:pt>
                <c:pt idx="12">
                  <c:v>3.401046</c:v>
                </c:pt>
                <c:pt idx="13">
                  <c:v>3.6010499999999999</c:v>
                </c:pt>
                <c:pt idx="14">
                  <c:v>3.8011200000000001</c:v>
                </c:pt>
                <c:pt idx="15">
                  <c:v>4.0012080000000001</c:v>
                </c:pt>
                <c:pt idx="16">
                  <c:v>4.2013049999999996</c:v>
                </c:pt>
                <c:pt idx="17">
                  <c:v>4.4011490000000002</c:v>
                </c:pt>
                <c:pt idx="18">
                  <c:v>4.6010989999999996</c:v>
                </c:pt>
                <c:pt idx="19">
                  <c:v>4.8010900000000003</c:v>
                </c:pt>
                <c:pt idx="20">
                  <c:v>5.000985</c:v>
                </c:pt>
              </c:numCache>
            </c:numRef>
          </c:xVal>
          <c:yVal>
            <c:numRef>
              <c:f>汇总!$HK$6:$HK$1000</c:f>
              <c:numCache>
                <c:formatCode>General</c:formatCode>
                <c:ptCount val="995"/>
                <c:pt idx="0">
                  <c:v>-3.2612793195661597E-5</c:v>
                </c:pt>
                <c:pt idx="1">
                  <c:v>-1.7297060751898399E-5</c:v>
                </c:pt>
                <c:pt idx="2">
                  <c:v>-1.1701620604679501E-5</c:v>
                </c:pt>
                <c:pt idx="3">
                  <c:v>-3.10760301442815E-6</c:v>
                </c:pt>
                <c:pt idx="4">
                  <c:v>3.5715E-6</c:v>
                </c:pt>
                <c:pt idx="5">
                  <c:v>6.5676999999999998E-6</c:v>
                </c:pt>
                <c:pt idx="6">
                  <c:v>9.4323999999999997E-6</c:v>
                </c:pt>
                <c:pt idx="7">
                  <c:v>1.7722000000000001E-5</c:v>
                </c:pt>
                <c:pt idx="8">
                  <c:v>9.3461E-4</c:v>
                </c:pt>
                <c:pt idx="9">
                  <c:v>2.1299999999999999E-2</c:v>
                </c:pt>
                <c:pt idx="10">
                  <c:v>0.4304</c:v>
                </c:pt>
                <c:pt idx="11">
                  <c:v>1.4196</c:v>
                </c:pt>
                <c:pt idx="12">
                  <c:v>3.1474000000000002</c:v>
                </c:pt>
                <c:pt idx="13">
                  <c:v>5.6885000000000003</c:v>
                </c:pt>
                <c:pt idx="14">
                  <c:v>9.1492000000000004</c:v>
                </c:pt>
                <c:pt idx="15">
                  <c:v>13.676600000000001</c:v>
                </c:pt>
                <c:pt idx="16">
                  <c:v>19.433800000000002</c:v>
                </c:pt>
                <c:pt idx="17">
                  <c:v>26.6142</c:v>
                </c:pt>
                <c:pt idx="18">
                  <c:v>35.406199999999998</c:v>
                </c:pt>
                <c:pt idx="19">
                  <c:v>46.0839</c:v>
                </c:pt>
                <c:pt idx="20">
                  <c:v>58.947099999999999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E3D5-406A-A8DA-A9CE8965F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1093344"/>
        <c:axId val="1291105312"/>
      </c:scatterChart>
      <c:valAx>
        <c:axId val="1291093344"/>
        <c:scaling>
          <c:orientation val="minMax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altLang="zh-CN" sz="1200"/>
                </a:pPr>
                <a:r>
                  <a:rPr lang="en-US"/>
                  <a:t>Voltage(V)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1291105312"/>
        <c:crossesAt val="9.9999999999999995E-8"/>
        <c:crossBetween val="midCat"/>
        <c:majorUnit val="2"/>
      </c:valAx>
      <c:valAx>
        <c:axId val="1291105312"/>
        <c:scaling>
          <c:logBase val="10"/>
          <c:orientation val="minMax"/>
          <c:min val="9.9999999999999995E-8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altLang="zh-CN" sz="1200"/>
                </a:pPr>
                <a:r>
                  <a:rPr lang="en-US"/>
                  <a:t>Current Density(mA/cm2)</a:t>
                </a:r>
              </a:p>
            </c:rich>
          </c:tx>
          <c:overlay val="0"/>
        </c:title>
        <c:numFmt formatCode="0E+0" sourceLinked="0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1291093344"/>
        <c:crossesAt val="0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altLang="zh-CN" sz="1600" b="1"/>
            </a:pPr>
            <a:r>
              <a:rPr lang="en-US"/>
              <a:t>CE-L curves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IVL-3-1-P3</c:v>
          </c:tx>
          <c:spPr>
            <a:ln w="3810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汇总!$AG$6:$AG$1000</c:f>
              <c:numCache>
                <c:formatCode>General</c:formatCode>
                <c:ptCount val="995"/>
                <c:pt idx="10">
                  <c:v>58.528799999999997</c:v>
                </c:pt>
                <c:pt idx="11">
                  <c:v>183.34700000000001</c:v>
                </c:pt>
                <c:pt idx="12">
                  <c:v>377.49489999999997</c:v>
                </c:pt>
                <c:pt idx="13">
                  <c:v>640.37599999999998</c:v>
                </c:pt>
                <c:pt idx="14">
                  <c:v>973.96810000000005</c:v>
                </c:pt>
                <c:pt idx="15">
                  <c:v>1385.25</c:v>
                </c:pt>
                <c:pt idx="16">
                  <c:v>1880.47</c:v>
                </c:pt>
                <c:pt idx="17">
                  <c:v>2470.13</c:v>
                </c:pt>
                <c:pt idx="18">
                  <c:v>3162.57</c:v>
                </c:pt>
              </c:numCache>
            </c:numRef>
          </c:xVal>
          <c:yVal>
            <c:numRef>
              <c:f>汇总!$AH$6:$AH$1000</c:f>
              <c:numCache>
                <c:formatCode>General</c:formatCode>
                <c:ptCount val="995"/>
                <c:pt idx="10">
                  <c:v>6.3265000000000002</c:v>
                </c:pt>
                <c:pt idx="11">
                  <c:v>6.6521999999999997</c:v>
                </c:pt>
                <c:pt idx="12">
                  <c:v>6.6444999999999999</c:v>
                </c:pt>
                <c:pt idx="13">
                  <c:v>6.5655999999999999</c:v>
                </c:pt>
                <c:pt idx="14">
                  <c:v>6.4405000000000001</c:v>
                </c:pt>
                <c:pt idx="15">
                  <c:v>6.3</c:v>
                </c:pt>
                <c:pt idx="16">
                  <c:v>6.1471</c:v>
                </c:pt>
                <c:pt idx="17">
                  <c:v>5.9873000000000003</c:v>
                </c:pt>
                <c:pt idx="18">
                  <c:v>5.8221999999999996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7ED-4BE2-9561-232B2EF72DD8}"/>
            </c:ext>
          </c:extLst>
        </c:ser>
        <c:ser>
          <c:idx val="1"/>
          <c:order val="1"/>
          <c:tx>
            <c:v>IVL-3-2-P3</c:v>
          </c:tx>
          <c:spPr>
            <a:ln w="38100" cap="rnd" cmpd="sng" algn="ctr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汇总!$BH$6:$BH$1000</c:f>
              <c:numCache>
                <c:formatCode>General</c:formatCode>
                <c:ptCount val="995"/>
                <c:pt idx="10">
                  <c:v>63.428699999999999</c:v>
                </c:pt>
                <c:pt idx="11">
                  <c:v>194.74870000000001</c:v>
                </c:pt>
                <c:pt idx="12">
                  <c:v>397.76459999999997</c:v>
                </c:pt>
                <c:pt idx="13">
                  <c:v>670.45360000000005</c:v>
                </c:pt>
                <c:pt idx="14">
                  <c:v>1016.18</c:v>
                </c:pt>
                <c:pt idx="15">
                  <c:v>1439.52</c:v>
                </c:pt>
                <c:pt idx="16">
                  <c:v>1949.2</c:v>
                </c:pt>
                <c:pt idx="17">
                  <c:v>2555.62</c:v>
                </c:pt>
                <c:pt idx="18">
                  <c:v>3269.19</c:v>
                </c:pt>
              </c:numCache>
            </c:numRef>
          </c:xVal>
          <c:yVal>
            <c:numRef>
              <c:f>汇总!$BI$6:$BI$1000</c:f>
              <c:numCache>
                <c:formatCode>General</c:formatCode>
                <c:ptCount val="995"/>
                <c:pt idx="10">
                  <c:v>6.2713999999999999</c:v>
                </c:pt>
                <c:pt idx="11">
                  <c:v>6.5709</c:v>
                </c:pt>
                <c:pt idx="12">
                  <c:v>6.5651999999999999</c:v>
                </c:pt>
                <c:pt idx="13">
                  <c:v>6.4785000000000004</c:v>
                </c:pt>
                <c:pt idx="14">
                  <c:v>6.3583999999999996</c:v>
                </c:pt>
                <c:pt idx="15">
                  <c:v>6.2125000000000004</c:v>
                </c:pt>
                <c:pt idx="16">
                  <c:v>6.0605000000000002</c:v>
                </c:pt>
                <c:pt idx="17">
                  <c:v>5.8986999999999998</c:v>
                </c:pt>
                <c:pt idx="18">
                  <c:v>5.7355999999999998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7ED-4BE2-9561-232B2EF72DD8}"/>
            </c:ext>
          </c:extLst>
        </c:ser>
        <c:ser>
          <c:idx val="2"/>
          <c:order val="2"/>
          <c:tx>
            <c:v>IVL-5-2-P3</c:v>
          </c:tx>
          <c:spPr>
            <a:ln w="38100" cap="rnd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汇总!$CI$6:$CI$1000</c:f>
              <c:numCache>
                <c:formatCode>General</c:formatCode>
                <c:ptCount val="995"/>
                <c:pt idx="10">
                  <c:v>85.063299999999998</c:v>
                </c:pt>
                <c:pt idx="11">
                  <c:v>239.01920000000001</c:v>
                </c:pt>
                <c:pt idx="12">
                  <c:v>466.20350000000002</c:v>
                </c:pt>
                <c:pt idx="13">
                  <c:v>766.24440000000004</c:v>
                </c:pt>
                <c:pt idx="14">
                  <c:v>1144.1400000000001</c:v>
                </c:pt>
                <c:pt idx="15">
                  <c:v>1607.6</c:v>
                </c:pt>
                <c:pt idx="16">
                  <c:v>2167.59</c:v>
                </c:pt>
                <c:pt idx="17">
                  <c:v>2833.14</c:v>
                </c:pt>
              </c:numCache>
            </c:numRef>
          </c:xVal>
          <c:yVal>
            <c:numRef>
              <c:f>汇总!$CJ$6:$CJ$1000</c:f>
              <c:numCache>
                <c:formatCode>General</c:formatCode>
                <c:ptCount val="995"/>
                <c:pt idx="10">
                  <c:v>6.3804999999999996</c:v>
                </c:pt>
                <c:pt idx="11">
                  <c:v>6.5438999999999998</c:v>
                </c:pt>
                <c:pt idx="12">
                  <c:v>6.5084</c:v>
                </c:pt>
                <c:pt idx="13">
                  <c:v>6.4066000000000001</c:v>
                </c:pt>
                <c:pt idx="14">
                  <c:v>6.2717999999999998</c:v>
                </c:pt>
                <c:pt idx="15">
                  <c:v>6.1157000000000004</c:v>
                </c:pt>
                <c:pt idx="16">
                  <c:v>5.9587000000000003</c:v>
                </c:pt>
                <c:pt idx="17">
                  <c:v>5.7915999999999999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7ED-4BE2-9561-232B2EF72DD8}"/>
            </c:ext>
          </c:extLst>
        </c:ser>
        <c:ser>
          <c:idx val="3"/>
          <c:order val="3"/>
          <c:tx>
            <c:v>IVL-5-3-P3</c:v>
          </c:tx>
          <c:spPr>
            <a:ln w="38100" cap="rnd" cmpd="sng" algn="ctr">
              <a:solidFill>
                <a:srgbClr val="640064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汇总!$DJ$6:$DJ$1000</c:f>
              <c:numCache>
                <c:formatCode>General</c:formatCode>
                <c:ptCount val="995"/>
                <c:pt idx="10">
                  <c:v>90.073599999999999</c:v>
                </c:pt>
                <c:pt idx="11">
                  <c:v>251.84309999999999</c:v>
                </c:pt>
                <c:pt idx="12">
                  <c:v>489.98770000000002</c:v>
                </c:pt>
                <c:pt idx="13">
                  <c:v>802.61540000000002</c:v>
                </c:pt>
                <c:pt idx="14">
                  <c:v>1196.3599999999999</c:v>
                </c:pt>
                <c:pt idx="15">
                  <c:v>1678.87</c:v>
                </c:pt>
                <c:pt idx="16">
                  <c:v>2260.4</c:v>
                </c:pt>
                <c:pt idx="17">
                  <c:v>2951.9</c:v>
                </c:pt>
              </c:numCache>
            </c:numRef>
          </c:xVal>
          <c:yVal>
            <c:numRef>
              <c:f>汇总!$DK$6:$DK$1000</c:f>
              <c:numCache>
                <c:formatCode>General</c:formatCode>
                <c:ptCount val="995"/>
                <c:pt idx="10">
                  <c:v>6.5239000000000003</c:v>
                </c:pt>
                <c:pt idx="11">
                  <c:v>6.6833</c:v>
                </c:pt>
                <c:pt idx="12">
                  <c:v>6.6525999999999996</c:v>
                </c:pt>
                <c:pt idx="13">
                  <c:v>6.5403000000000002</c:v>
                </c:pt>
                <c:pt idx="14">
                  <c:v>6.4013</c:v>
                </c:pt>
                <c:pt idx="15">
                  <c:v>6.2427000000000001</c:v>
                </c:pt>
                <c:pt idx="16">
                  <c:v>6.0796999999999999</c:v>
                </c:pt>
                <c:pt idx="17">
                  <c:v>5.9097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7ED-4BE2-9561-232B2EF72DD8}"/>
            </c:ext>
          </c:extLst>
        </c:ser>
        <c:ser>
          <c:idx val="4"/>
          <c:order val="4"/>
          <c:tx>
            <c:v>IVL-2-1-P4</c:v>
          </c:tx>
          <c:spPr>
            <a:ln w="38100" cap="rnd" cmpd="sng" algn="ctr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汇总!$EK$6:$EK$1000</c:f>
              <c:numCache>
                <c:formatCode>General</c:formatCode>
                <c:ptCount val="995"/>
                <c:pt idx="10">
                  <c:v>27.939499999999999</c:v>
                </c:pt>
                <c:pt idx="11">
                  <c:v>96.98</c:v>
                </c:pt>
                <c:pt idx="12">
                  <c:v>214.94479999999999</c:v>
                </c:pt>
                <c:pt idx="13">
                  <c:v>382.98320000000001</c:v>
                </c:pt>
                <c:pt idx="14">
                  <c:v>605.84389999999996</c:v>
                </c:pt>
                <c:pt idx="15">
                  <c:v>888.35310000000004</c:v>
                </c:pt>
                <c:pt idx="16">
                  <c:v>1234.98</c:v>
                </c:pt>
                <c:pt idx="17">
                  <c:v>1650.88</c:v>
                </c:pt>
                <c:pt idx="18">
                  <c:v>2143.9699999999998</c:v>
                </c:pt>
                <c:pt idx="19">
                  <c:v>2718.84</c:v>
                </c:pt>
              </c:numCache>
            </c:numRef>
          </c:xVal>
          <c:yVal>
            <c:numRef>
              <c:f>汇总!$EL$6:$EL$1000</c:f>
              <c:numCache>
                <c:formatCode>General</c:formatCode>
                <c:ptCount val="995"/>
                <c:pt idx="10">
                  <c:v>5.7813999999999997</c:v>
                </c:pt>
                <c:pt idx="11">
                  <c:v>6.3216000000000001</c:v>
                </c:pt>
                <c:pt idx="12">
                  <c:v>6.4454000000000002</c:v>
                </c:pt>
                <c:pt idx="13">
                  <c:v>6.4066000000000001</c:v>
                </c:pt>
                <c:pt idx="14">
                  <c:v>6.3188000000000004</c:v>
                </c:pt>
                <c:pt idx="15">
                  <c:v>6.2050999999999998</c:v>
                </c:pt>
                <c:pt idx="16">
                  <c:v>6.0731999999999999</c:v>
                </c:pt>
                <c:pt idx="17">
                  <c:v>5.9297000000000004</c:v>
                </c:pt>
                <c:pt idx="18">
                  <c:v>5.7858999999999998</c:v>
                </c:pt>
                <c:pt idx="19">
                  <c:v>5.6337999999999999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27ED-4BE2-9561-232B2EF72DD8}"/>
            </c:ext>
          </c:extLst>
        </c:ser>
        <c:ser>
          <c:idx val="5"/>
          <c:order val="5"/>
          <c:tx>
            <c:v>IVL-2-2-P4</c:v>
          </c:tx>
          <c:spPr>
            <a:ln w="38100" cap="rnd" cmpd="sng" algn="ctr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汇总!$FL$6:$FL$1000</c:f>
              <c:numCache>
                <c:formatCode>General</c:formatCode>
                <c:ptCount val="995"/>
                <c:pt idx="10">
                  <c:v>31.386600000000001</c:v>
                </c:pt>
                <c:pt idx="11">
                  <c:v>108.0098</c:v>
                </c:pt>
                <c:pt idx="12">
                  <c:v>237.29060000000001</c:v>
                </c:pt>
                <c:pt idx="13">
                  <c:v>420.96440000000001</c:v>
                </c:pt>
                <c:pt idx="14">
                  <c:v>661.83079999999995</c:v>
                </c:pt>
                <c:pt idx="15">
                  <c:v>964.93669999999997</c:v>
                </c:pt>
                <c:pt idx="16">
                  <c:v>1336.78</c:v>
                </c:pt>
                <c:pt idx="17">
                  <c:v>1780.18</c:v>
                </c:pt>
                <c:pt idx="18">
                  <c:v>2303.6799999999998</c:v>
                </c:pt>
                <c:pt idx="19">
                  <c:v>2918.02</c:v>
                </c:pt>
              </c:numCache>
            </c:numRef>
          </c:xVal>
          <c:yVal>
            <c:numRef>
              <c:f>汇总!$FM$6:$FM$1000</c:f>
              <c:numCache>
                <c:formatCode>General</c:formatCode>
                <c:ptCount val="995"/>
                <c:pt idx="10">
                  <c:v>5.8777999999999997</c:v>
                </c:pt>
                <c:pt idx="11">
                  <c:v>6.4020999999999999</c:v>
                </c:pt>
                <c:pt idx="12">
                  <c:v>6.4916</c:v>
                </c:pt>
                <c:pt idx="13">
                  <c:v>6.4553000000000003</c:v>
                </c:pt>
                <c:pt idx="14">
                  <c:v>6.3592000000000004</c:v>
                </c:pt>
                <c:pt idx="15">
                  <c:v>6.2358000000000002</c:v>
                </c:pt>
                <c:pt idx="16">
                  <c:v>6.1029999999999998</c:v>
                </c:pt>
                <c:pt idx="17">
                  <c:v>5.9538000000000002</c:v>
                </c:pt>
                <c:pt idx="18">
                  <c:v>5.7968999999999999</c:v>
                </c:pt>
                <c:pt idx="19">
                  <c:v>5.6448999999999998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27ED-4BE2-9561-232B2EF72DD8}"/>
            </c:ext>
          </c:extLst>
        </c:ser>
        <c:ser>
          <c:idx val="6"/>
          <c:order val="6"/>
          <c:tx>
            <c:v>IVL-5-1-P3</c:v>
          </c:tx>
          <c:spPr>
            <a:ln w="38100" cap="rnd" cmpd="sng" algn="ctr">
              <a:solidFill>
                <a:srgbClr val="FFC8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汇总!$GM$6:$GM$1000</c:f>
              <c:numCache>
                <c:formatCode>General</c:formatCode>
                <c:ptCount val="995"/>
                <c:pt idx="10">
                  <c:v>18.823</c:v>
                </c:pt>
                <c:pt idx="11">
                  <c:v>69.570899999999995</c:v>
                </c:pt>
                <c:pt idx="12">
                  <c:v>159.1541</c:v>
                </c:pt>
                <c:pt idx="13">
                  <c:v>288.91300000000001</c:v>
                </c:pt>
                <c:pt idx="14">
                  <c:v>463.17939999999999</c:v>
                </c:pt>
                <c:pt idx="15">
                  <c:v>685.94200000000001</c:v>
                </c:pt>
                <c:pt idx="16">
                  <c:v>960.56399999999996</c:v>
                </c:pt>
                <c:pt idx="17">
                  <c:v>1292.44</c:v>
                </c:pt>
                <c:pt idx="18">
                  <c:v>1686.88</c:v>
                </c:pt>
                <c:pt idx="19">
                  <c:v>2148.63</c:v>
                </c:pt>
                <c:pt idx="20">
                  <c:v>2682.51</c:v>
                </c:pt>
              </c:numCache>
            </c:numRef>
          </c:xVal>
          <c:yVal>
            <c:numRef>
              <c:f>汇总!$GN$6:$GN$1000</c:f>
              <c:numCache>
                <c:formatCode>General</c:formatCode>
                <c:ptCount val="995"/>
                <c:pt idx="10">
                  <c:v>5.2468000000000004</c:v>
                </c:pt>
                <c:pt idx="11">
                  <c:v>5.8512000000000004</c:v>
                </c:pt>
                <c:pt idx="12">
                  <c:v>6.0077999999999996</c:v>
                </c:pt>
                <c:pt idx="13">
                  <c:v>5.9996</c:v>
                </c:pt>
                <c:pt idx="14">
                  <c:v>5.9362000000000004</c:v>
                </c:pt>
                <c:pt idx="15">
                  <c:v>5.8402000000000003</c:v>
                </c:pt>
                <c:pt idx="16">
                  <c:v>5.7217000000000002</c:v>
                </c:pt>
                <c:pt idx="17">
                  <c:v>5.5961999999999996</c:v>
                </c:pt>
                <c:pt idx="18">
                  <c:v>5.4691000000000001</c:v>
                </c:pt>
                <c:pt idx="19">
                  <c:v>5.3322000000000003</c:v>
                </c:pt>
                <c:pt idx="20">
                  <c:v>5.1913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27ED-4BE2-9561-232B2EF72DD8}"/>
            </c:ext>
          </c:extLst>
        </c:ser>
        <c:ser>
          <c:idx val="7"/>
          <c:order val="7"/>
          <c:tx>
            <c:v>IVL-5-3-P3</c:v>
          </c:tx>
          <c:spPr>
            <a:ln w="38100" cap="rnd" cmpd="sng" algn="ctr">
              <a:solidFill>
                <a:srgbClr val="009696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汇总!$HN$6:$HN$1000</c:f>
              <c:numCache>
                <c:formatCode>General</c:formatCode>
                <c:ptCount val="995"/>
                <c:pt idx="10">
                  <c:v>23.7728</c:v>
                </c:pt>
                <c:pt idx="11">
                  <c:v>87.114800000000002</c:v>
                </c:pt>
                <c:pt idx="12">
                  <c:v>197.72370000000001</c:v>
                </c:pt>
                <c:pt idx="13">
                  <c:v>355.95830000000001</c:v>
                </c:pt>
                <c:pt idx="14">
                  <c:v>564.07849999999996</c:v>
                </c:pt>
                <c:pt idx="15">
                  <c:v>828.36130000000003</c:v>
                </c:pt>
                <c:pt idx="16">
                  <c:v>1151.7</c:v>
                </c:pt>
                <c:pt idx="17">
                  <c:v>1538.01</c:v>
                </c:pt>
                <c:pt idx="18">
                  <c:v>1997.83</c:v>
                </c:pt>
                <c:pt idx="19">
                  <c:v>2530.85</c:v>
                </c:pt>
                <c:pt idx="20">
                  <c:v>3153.62</c:v>
                </c:pt>
              </c:numCache>
            </c:numRef>
          </c:xVal>
          <c:yVal>
            <c:numRef>
              <c:f>汇总!$HO$6:$HO$1000</c:f>
              <c:numCache>
                <c:formatCode>General</c:formatCode>
                <c:ptCount val="995"/>
                <c:pt idx="10">
                  <c:v>5.5231000000000003</c:v>
                </c:pt>
                <c:pt idx="11">
                  <c:v>6.1364999999999998</c:v>
                </c:pt>
                <c:pt idx="12">
                  <c:v>6.282</c:v>
                </c:pt>
                <c:pt idx="13">
                  <c:v>6.2575000000000003</c:v>
                </c:pt>
                <c:pt idx="14">
                  <c:v>6.1650999999999998</c:v>
                </c:pt>
                <c:pt idx="15">
                  <c:v>6.0568</c:v>
                </c:pt>
                <c:pt idx="16">
                  <c:v>5.9264000000000001</c:v>
                </c:pt>
                <c:pt idx="17">
                  <c:v>5.7789000000000001</c:v>
                </c:pt>
                <c:pt idx="18">
                  <c:v>5.6424000000000003</c:v>
                </c:pt>
                <c:pt idx="19">
                  <c:v>5.492</c:v>
                </c:pt>
                <c:pt idx="20">
                  <c:v>5.3498000000000001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27ED-4BE2-9561-232B2EF72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1148288"/>
        <c:axId val="1291144480"/>
      </c:scatterChart>
      <c:valAx>
        <c:axId val="1291148288"/>
        <c:scaling>
          <c:orientation val="minMax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altLang="zh-CN" sz="1200"/>
                </a:pPr>
                <a:r>
                  <a:rPr lang="en-US"/>
                  <a:t>Luminance(cd/m2)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1291144480"/>
        <c:crosses val="autoZero"/>
        <c:crossBetween val="midCat"/>
      </c:valAx>
      <c:valAx>
        <c:axId val="1291144480"/>
        <c:scaling>
          <c:orientation val="minMax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altLang="zh-CN" sz="1200"/>
                </a:pPr>
                <a:r>
                  <a:rPr lang="en-US"/>
                  <a:t>Current Efficiency(cd/A)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1291148288"/>
        <c:crossesAt val="0"/>
        <c:crossBetween val="midCat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altLang="zh-CN" sz="1600" b="1"/>
            </a:pPr>
            <a:r>
              <a:rPr lang="en-US"/>
              <a:t>EL-spectrum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IVL-3-1-P3</c:v>
          </c:tx>
          <c:spPr>
            <a:ln w="38100" cap="rnd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汇总!$JC$2:$JC$1000</c:f>
              <c:numCache>
                <c:formatCode>General</c:formatCode>
                <c:ptCount val="999"/>
                <c:pt idx="0">
                  <c:v>380</c:v>
                </c:pt>
                <c:pt idx="1">
                  <c:v>381</c:v>
                </c:pt>
                <c:pt idx="2">
                  <c:v>382</c:v>
                </c:pt>
                <c:pt idx="3">
                  <c:v>383</c:v>
                </c:pt>
                <c:pt idx="4">
                  <c:v>384</c:v>
                </c:pt>
                <c:pt idx="5">
                  <c:v>385</c:v>
                </c:pt>
                <c:pt idx="6">
                  <c:v>386</c:v>
                </c:pt>
                <c:pt idx="7">
                  <c:v>387</c:v>
                </c:pt>
                <c:pt idx="8">
                  <c:v>388</c:v>
                </c:pt>
                <c:pt idx="9">
                  <c:v>389</c:v>
                </c:pt>
                <c:pt idx="10">
                  <c:v>390</c:v>
                </c:pt>
                <c:pt idx="11">
                  <c:v>391</c:v>
                </c:pt>
                <c:pt idx="12">
                  <c:v>392</c:v>
                </c:pt>
                <c:pt idx="13">
                  <c:v>393</c:v>
                </c:pt>
                <c:pt idx="14">
                  <c:v>394</c:v>
                </c:pt>
                <c:pt idx="15">
                  <c:v>395</c:v>
                </c:pt>
                <c:pt idx="16">
                  <c:v>396</c:v>
                </c:pt>
                <c:pt idx="17">
                  <c:v>397</c:v>
                </c:pt>
                <c:pt idx="18">
                  <c:v>398</c:v>
                </c:pt>
                <c:pt idx="19">
                  <c:v>399</c:v>
                </c:pt>
                <c:pt idx="20">
                  <c:v>400</c:v>
                </c:pt>
                <c:pt idx="21">
                  <c:v>401</c:v>
                </c:pt>
                <c:pt idx="22">
                  <c:v>402</c:v>
                </c:pt>
                <c:pt idx="23">
                  <c:v>403</c:v>
                </c:pt>
                <c:pt idx="24">
                  <c:v>404</c:v>
                </c:pt>
                <c:pt idx="25">
                  <c:v>405</c:v>
                </c:pt>
                <c:pt idx="26">
                  <c:v>406</c:v>
                </c:pt>
                <c:pt idx="27">
                  <c:v>407</c:v>
                </c:pt>
                <c:pt idx="28">
                  <c:v>408</c:v>
                </c:pt>
                <c:pt idx="29">
                  <c:v>409</c:v>
                </c:pt>
                <c:pt idx="30">
                  <c:v>410</c:v>
                </c:pt>
                <c:pt idx="31">
                  <c:v>411</c:v>
                </c:pt>
                <c:pt idx="32">
                  <c:v>412</c:v>
                </c:pt>
                <c:pt idx="33">
                  <c:v>413</c:v>
                </c:pt>
                <c:pt idx="34">
                  <c:v>414</c:v>
                </c:pt>
                <c:pt idx="35">
                  <c:v>415</c:v>
                </c:pt>
                <c:pt idx="36">
                  <c:v>416</c:v>
                </c:pt>
                <c:pt idx="37">
                  <c:v>417</c:v>
                </c:pt>
                <c:pt idx="38">
                  <c:v>418</c:v>
                </c:pt>
                <c:pt idx="39">
                  <c:v>419</c:v>
                </c:pt>
                <c:pt idx="40">
                  <c:v>420</c:v>
                </c:pt>
                <c:pt idx="41">
                  <c:v>421</c:v>
                </c:pt>
                <c:pt idx="42">
                  <c:v>422</c:v>
                </c:pt>
                <c:pt idx="43">
                  <c:v>423</c:v>
                </c:pt>
                <c:pt idx="44">
                  <c:v>424</c:v>
                </c:pt>
                <c:pt idx="45">
                  <c:v>425</c:v>
                </c:pt>
                <c:pt idx="46">
                  <c:v>426</c:v>
                </c:pt>
                <c:pt idx="47">
                  <c:v>427</c:v>
                </c:pt>
                <c:pt idx="48">
                  <c:v>428</c:v>
                </c:pt>
                <c:pt idx="49">
                  <c:v>429</c:v>
                </c:pt>
                <c:pt idx="50">
                  <c:v>430</c:v>
                </c:pt>
                <c:pt idx="51">
                  <c:v>431</c:v>
                </c:pt>
                <c:pt idx="52">
                  <c:v>432</c:v>
                </c:pt>
                <c:pt idx="53">
                  <c:v>433</c:v>
                </c:pt>
                <c:pt idx="54">
                  <c:v>434</c:v>
                </c:pt>
                <c:pt idx="55">
                  <c:v>435</c:v>
                </c:pt>
                <c:pt idx="56">
                  <c:v>436</c:v>
                </c:pt>
                <c:pt idx="57">
                  <c:v>437</c:v>
                </c:pt>
                <c:pt idx="58">
                  <c:v>438</c:v>
                </c:pt>
                <c:pt idx="59">
                  <c:v>439</c:v>
                </c:pt>
                <c:pt idx="60">
                  <c:v>440</c:v>
                </c:pt>
                <c:pt idx="61">
                  <c:v>441</c:v>
                </c:pt>
                <c:pt idx="62">
                  <c:v>442</c:v>
                </c:pt>
                <c:pt idx="63">
                  <c:v>443</c:v>
                </c:pt>
                <c:pt idx="64">
                  <c:v>444</c:v>
                </c:pt>
                <c:pt idx="65">
                  <c:v>445</c:v>
                </c:pt>
                <c:pt idx="66">
                  <c:v>446</c:v>
                </c:pt>
                <c:pt idx="67">
                  <c:v>447</c:v>
                </c:pt>
                <c:pt idx="68">
                  <c:v>448</c:v>
                </c:pt>
                <c:pt idx="69">
                  <c:v>449</c:v>
                </c:pt>
                <c:pt idx="70">
                  <c:v>450</c:v>
                </c:pt>
                <c:pt idx="71">
                  <c:v>451</c:v>
                </c:pt>
                <c:pt idx="72">
                  <c:v>452</c:v>
                </c:pt>
                <c:pt idx="73">
                  <c:v>453</c:v>
                </c:pt>
                <c:pt idx="74">
                  <c:v>454</c:v>
                </c:pt>
                <c:pt idx="75">
                  <c:v>455</c:v>
                </c:pt>
                <c:pt idx="76">
                  <c:v>456</c:v>
                </c:pt>
                <c:pt idx="77">
                  <c:v>457</c:v>
                </c:pt>
                <c:pt idx="78">
                  <c:v>458</c:v>
                </c:pt>
                <c:pt idx="79">
                  <c:v>459</c:v>
                </c:pt>
                <c:pt idx="80">
                  <c:v>460</c:v>
                </c:pt>
                <c:pt idx="81">
                  <c:v>461</c:v>
                </c:pt>
                <c:pt idx="82">
                  <c:v>462</c:v>
                </c:pt>
                <c:pt idx="83">
                  <c:v>463</c:v>
                </c:pt>
                <c:pt idx="84">
                  <c:v>464</c:v>
                </c:pt>
                <c:pt idx="85">
                  <c:v>465</c:v>
                </c:pt>
                <c:pt idx="86">
                  <c:v>466</c:v>
                </c:pt>
                <c:pt idx="87">
                  <c:v>467</c:v>
                </c:pt>
                <c:pt idx="88">
                  <c:v>468</c:v>
                </c:pt>
                <c:pt idx="89">
                  <c:v>469</c:v>
                </c:pt>
                <c:pt idx="90">
                  <c:v>470</c:v>
                </c:pt>
                <c:pt idx="91">
                  <c:v>471</c:v>
                </c:pt>
                <c:pt idx="92">
                  <c:v>472</c:v>
                </c:pt>
                <c:pt idx="93">
                  <c:v>473</c:v>
                </c:pt>
                <c:pt idx="94">
                  <c:v>474</c:v>
                </c:pt>
                <c:pt idx="95">
                  <c:v>475</c:v>
                </c:pt>
                <c:pt idx="96">
                  <c:v>476</c:v>
                </c:pt>
                <c:pt idx="97">
                  <c:v>477</c:v>
                </c:pt>
                <c:pt idx="98">
                  <c:v>478</c:v>
                </c:pt>
                <c:pt idx="99">
                  <c:v>479</c:v>
                </c:pt>
                <c:pt idx="100">
                  <c:v>480</c:v>
                </c:pt>
                <c:pt idx="101">
                  <c:v>481</c:v>
                </c:pt>
                <c:pt idx="102">
                  <c:v>482</c:v>
                </c:pt>
                <c:pt idx="103">
                  <c:v>483</c:v>
                </c:pt>
                <c:pt idx="104">
                  <c:v>484</c:v>
                </c:pt>
                <c:pt idx="105">
                  <c:v>485</c:v>
                </c:pt>
                <c:pt idx="106">
                  <c:v>486</c:v>
                </c:pt>
                <c:pt idx="107">
                  <c:v>487</c:v>
                </c:pt>
                <c:pt idx="108">
                  <c:v>488</c:v>
                </c:pt>
                <c:pt idx="109">
                  <c:v>489</c:v>
                </c:pt>
                <c:pt idx="110">
                  <c:v>490</c:v>
                </c:pt>
                <c:pt idx="111">
                  <c:v>491</c:v>
                </c:pt>
                <c:pt idx="112">
                  <c:v>492</c:v>
                </c:pt>
                <c:pt idx="113">
                  <c:v>493</c:v>
                </c:pt>
                <c:pt idx="114">
                  <c:v>494</c:v>
                </c:pt>
                <c:pt idx="115">
                  <c:v>495</c:v>
                </c:pt>
                <c:pt idx="116">
                  <c:v>496</c:v>
                </c:pt>
                <c:pt idx="117">
                  <c:v>497</c:v>
                </c:pt>
                <c:pt idx="118">
                  <c:v>498</c:v>
                </c:pt>
                <c:pt idx="119">
                  <c:v>499</c:v>
                </c:pt>
                <c:pt idx="120">
                  <c:v>500</c:v>
                </c:pt>
                <c:pt idx="121">
                  <c:v>501</c:v>
                </c:pt>
                <c:pt idx="122">
                  <c:v>502</c:v>
                </c:pt>
                <c:pt idx="123">
                  <c:v>503</c:v>
                </c:pt>
                <c:pt idx="124">
                  <c:v>504</c:v>
                </c:pt>
                <c:pt idx="125">
                  <c:v>505</c:v>
                </c:pt>
                <c:pt idx="126">
                  <c:v>506</c:v>
                </c:pt>
                <c:pt idx="127">
                  <c:v>507</c:v>
                </c:pt>
                <c:pt idx="128">
                  <c:v>508</c:v>
                </c:pt>
                <c:pt idx="129">
                  <c:v>509</c:v>
                </c:pt>
                <c:pt idx="130">
                  <c:v>510</c:v>
                </c:pt>
                <c:pt idx="131">
                  <c:v>511</c:v>
                </c:pt>
                <c:pt idx="132">
                  <c:v>512</c:v>
                </c:pt>
                <c:pt idx="133">
                  <c:v>513</c:v>
                </c:pt>
                <c:pt idx="134">
                  <c:v>514</c:v>
                </c:pt>
                <c:pt idx="135">
                  <c:v>515</c:v>
                </c:pt>
                <c:pt idx="136">
                  <c:v>516</c:v>
                </c:pt>
                <c:pt idx="137">
                  <c:v>517</c:v>
                </c:pt>
                <c:pt idx="138">
                  <c:v>518</c:v>
                </c:pt>
                <c:pt idx="139">
                  <c:v>519</c:v>
                </c:pt>
                <c:pt idx="140">
                  <c:v>520</c:v>
                </c:pt>
                <c:pt idx="141">
                  <c:v>521</c:v>
                </c:pt>
                <c:pt idx="142">
                  <c:v>522</c:v>
                </c:pt>
                <c:pt idx="143">
                  <c:v>523</c:v>
                </c:pt>
                <c:pt idx="144">
                  <c:v>524</c:v>
                </c:pt>
                <c:pt idx="145">
                  <c:v>525</c:v>
                </c:pt>
                <c:pt idx="146">
                  <c:v>526</c:v>
                </c:pt>
                <c:pt idx="147">
                  <c:v>527</c:v>
                </c:pt>
                <c:pt idx="148">
                  <c:v>528</c:v>
                </c:pt>
                <c:pt idx="149">
                  <c:v>529</c:v>
                </c:pt>
                <c:pt idx="150">
                  <c:v>530</c:v>
                </c:pt>
                <c:pt idx="151">
                  <c:v>531</c:v>
                </c:pt>
                <c:pt idx="152">
                  <c:v>532</c:v>
                </c:pt>
                <c:pt idx="153">
                  <c:v>533</c:v>
                </c:pt>
                <c:pt idx="154">
                  <c:v>534</c:v>
                </c:pt>
                <c:pt idx="155">
                  <c:v>535</c:v>
                </c:pt>
                <c:pt idx="156">
                  <c:v>536</c:v>
                </c:pt>
                <c:pt idx="157">
                  <c:v>537</c:v>
                </c:pt>
                <c:pt idx="158">
                  <c:v>538</c:v>
                </c:pt>
                <c:pt idx="159">
                  <c:v>539</c:v>
                </c:pt>
                <c:pt idx="160">
                  <c:v>540</c:v>
                </c:pt>
                <c:pt idx="161">
                  <c:v>541</c:v>
                </c:pt>
                <c:pt idx="162">
                  <c:v>542</c:v>
                </c:pt>
                <c:pt idx="163">
                  <c:v>543</c:v>
                </c:pt>
                <c:pt idx="164">
                  <c:v>544</c:v>
                </c:pt>
                <c:pt idx="165">
                  <c:v>545</c:v>
                </c:pt>
                <c:pt idx="166">
                  <c:v>546</c:v>
                </c:pt>
                <c:pt idx="167">
                  <c:v>547</c:v>
                </c:pt>
                <c:pt idx="168">
                  <c:v>548</c:v>
                </c:pt>
                <c:pt idx="169">
                  <c:v>549</c:v>
                </c:pt>
                <c:pt idx="170">
                  <c:v>550</c:v>
                </c:pt>
                <c:pt idx="171">
                  <c:v>551</c:v>
                </c:pt>
                <c:pt idx="172">
                  <c:v>552</c:v>
                </c:pt>
                <c:pt idx="173">
                  <c:v>553</c:v>
                </c:pt>
                <c:pt idx="174">
                  <c:v>554</c:v>
                </c:pt>
                <c:pt idx="175">
                  <c:v>555</c:v>
                </c:pt>
                <c:pt idx="176">
                  <c:v>556</c:v>
                </c:pt>
                <c:pt idx="177">
                  <c:v>557</c:v>
                </c:pt>
                <c:pt idx="178">
                  <c:v>558</c:v>
                </c:pt>
                <c:pt idx="179">
                  <c:v>559</c:v>
                </c:pt>
                <c:pt idx="180">
                  <c:v>560</c:v>
                </c:pt>
                <c:pt idx="181">
                  <c:v>561</c:v>
                </c:pt>
                <c:pt idx="182">
                  <c:v>562</c:v>
                </c:pt>
                <c:pt idx="183">
                  <c:v>563</c:v>
                </c:pt>
                <c:pt idx="184">
                  <c:v>564</c:v>
                </c:pt>
                <c:pt idx="185">
                  <c:v>565</c:v>
                </c:pt>
                <c:pt idx="186">
                  <c:v>566</c:v>
                </c:pt>
                <c:pt idx="187">
                  <c:v>567</c:v>
                </c:pt>
                <c:pt idx="188">
                  <c:v>568</c:v>
                </c:pt>
                <c:pt idx="189">
                  <c:v>569</c:v>
                </c:pt>
                <c:pt idx="190">
                  <c:v>570</c:v>
                </c:pt>
                <c:pt idx="191">
                  <c:v>571</c:v>
                </c:pt>
                <c:pt idx="192">
                  <c:v>572</c:v>
                </c:pt>
                <c:pt idx="193">
                  <c:v>573</c:v>
                </c:pt>
                <c:pt idx="194">
                  <c:v>574</c:v>
                </c:pt>
                <c:pt idx="195">
                  <c:v>575</c:v>
                </c:pt>
                <c:pt idx="196">
                  <c:v>576</c:v>
                </c:pt>
                <c:pt idx="197">
                  <c:v>577</c:v>
                </c:pt>
                <c:pt idx="198">
                  <c:v>578</c:v>
                </c:pt>
                <c:pt idx="199">
                  <c:v>579</c:v>
                </c:pt>
                <c:pt idx="200">
                  <c:v>580</c:v>
                </c:pt>
                <c:pt idx="201">
                  <c:v>581</c:v>
                </c:pt>
                <c:pt idx="202">
                  <c:v>582</c:v>
                </c:pt>
                <c:pt idx="203">
                  <c:v>583</c:v>
                </c:pt>
                <c:pt idx="204">
                  <c:v>584</c:v>
                </c:pt>
                <c:pt idx="205">
                  <c:v>585</c:v>
                </c:pt>
                <c:pt idx="206">
                  <c:v>586</c:v>
                </c:pt>
                <c:pt idx="207">
                  <c:v>587</c:v>
                </c:pt>
                <c:pt idx="208">
                  <c:v>588</c:v>
                </c:pt>
                <c:pt idx="209">
                  <c:v>589</c:v>
                </c:pt>
                <c:pt idx="210">
                  <c:v>590</c:v>
                </c:pt>
                <c:pt idx="211">
                  <c:v>591</c:v>
                </c:pt>
                <c:pt idx="212">
                  <c:v>592</c:v>
                </c:pt>
                <c:pt idx="213">
                  <c:v>593</c:v>
                </c:pt>
                <c:pt idx="214">
                  <c:v>594</c:v>
                </c:pt>
                <c:pt idx="215">
                  <c:v>595</c:v>
                </c:pt>
                <c:pt idx="216">
                  <c:v>596</c:v>
                </c:pt>
                <c:pt idx="217">
                  <c:v>597</c:v>
                </c:pt>
                <c:pt idx="218">
                  <c:v>598</c:v>
                </c:pt>
                <c:pt idx="219">
                  <c:v>599</c:v>
                </c:pt>
                <c:pt idx="220">
                  <c:v>600</c:v>
                </c:pt>
                <c:pt idx="221">
                  <c:v>601</c:v>
                </c:pt>
                <c:pt idx="222">
                  <c:v>602</c:v>
                </c:pt>
                <c:pt idx="223">
                  <c:v>603</c:v>
                </c:pt>
                <c:pt idx="224">
                  <c:v>604</c:v>
                </c:pt>
                <c:pt idx="225">
                  <c:v>605</c:v>
                </c:pt>
                <c:pt idx="226">
                  <c:v>606</c:v>
                </c:pt>
                <c:pt idx="227">
                  <c:v>607</c:v>
                </c:pt>
                <c:pt idx="228">
                  <c:v>608</c:v>
                </c:pt>
                <c:pt idx="229">
                  <c:v>609</c:v>
                </c:pt>
                <c:pt idx="230">
                  <c:v>610</c:v>
                </c:pt>
                <c:pt idx="231">
                  <c:v>611</c:v>
                </c:pt>
                <c:pt idx="232">
                  <c:v>612</c:v>
                </c:pt>
                <c:pt idx="233">
                  <c:v>613</c:v>
                </c:pt>
                <c:pt idx="234">
                  <c:v>614</c:v>
                </c:pt>
                <c:pt idx="235">
                  <c:v>615</c:v>
                </c:pt>
                <c:pt idx="236">
                  <c:v>616</c:v>
                </c:pt>
                <c:pt idx="237">
                  <c:v>617</c:v>
                </c:pt>
                <c:pt idx="238">
                  <c:v>618</c:v>
                </c:pt>
                <c:pt idx="239">
                  <c:v>619</c:v>
                </c:pt>
                <c:pt idx="240">
                  <c:v>620</c:v>
                </c:pt>
                <c:pt idx="241">
                  <c:v>621</c:v>
                </c:pt>
                <c:pt idx="242">
                  <c:v>622</c:v>
                </c:pt>
                <c:pt idx="243">
                  <c:v>623</c:v>
                </c:pt>
                <c:pt idx="244">
                  <c:v>624</c:v>
                </c:pt>
                <c:pt idx="245">
                  <c:v>625</c:v>
                </c:pt>
                <c:pt idx="246">
                  <c:v>626</c:v>
                </c:pt>
                <c:pt idx="247">
                  <c:v>627</c:v>
                </c:pt>
                <c:pt idx="248">
                  <c:v>628</c:v>
                </c:pt>
                <c:pt idx="249">
                  <c:v>629</c:v>
                </c:pt>
                <c:pt idx="250">
                  <c:v>630</c:v>
                </c:pt>
                <c:pt idx="251">
                  <c:v>631</c:v>
                </c:pt>
                <c:pt idx="252">
                  <c:v>632</c:v>
                </c:pt>
                <c:pt idx="253">
                  <c:v>633</c:v>
                </c:pt>
                <c:pt idx="254">
                  <c:v>634</c:v>
                </c:pt>
                <c:pt idx="255">
                  <c:v>635</c:v>
                </c:pt>
                <c:pt idx="256">
                  <c:v>636</c:v>
                </c:pt>
                <c:pt idx="257">
                  <c:v>637</c:v>
                </c:pt>
                <c:pt idx="258">
                  <c:v>638</c:v>
                </c:pt>
                <c:pt idx="259">
                  <c:v>639</c:v>
                </c:pt>
                <c:pt idx="260">
                  <c:v>640</c:v>
                </c:pt>
                <c:pt idx="261">
                  <c:v>641</c:v>
                </c:pt>
                <c:pt idx="262">
                  <c:v>642</c:v>
                </c:pt>
                <c:pt idx="263">
                  <c:v>643</c:v>
                </c:pt>
                <c:pt idx="264">
                  <c:v>644</c:v>
                </c:pt>
                <c:pt idx="265">
                  <c:v>645</c:v>
                </c:pt>
                <c:pt idx="266">
                  <c:v>646</c:v>
                </c:pt>
                <c:pt idx="267">
                  <c:v>647</c:v>
                </c:pt>
                <c:pt idx="268">
                  <c:v>648</c:v>
                </c:pt>
                <c:pt idx="269">
                  <c:v>649</c:v>
                </c:pt>
                <c:pt idx="270">
                  <c:v>650</c:v>
                </c:pt>
                <c:pt idx="271">
                  <c:v>651</c:v>
                </c:pt>
                <c:pt idx="272">
                  <c:v>652</c:v>
                </c:pt>
                <c:pt idx="273">
                  <c:v>653</c:v>
                </c:pt>
                <c:pt idx="274">
                  <c:v>654</c:v>
                </c:pt>
                <c:pt idx="275">
                  <c:v>655</c:v>
                </c:pt>
                <c:pt idx="276">
                  <c:v>656</c:v>
                </c:pt>
                <c:pt idx="277">
                  <c:v>657</c:v>
                </c:pt>
                <c:pt idx="278">
                  <c:v>658</c:v>
                </c:pt>
                <c:pt idx="279">
                  <c:v>659</c:v>
                </c:pt>
                <c:pt idx="280">
                  <c:v>660</c:v>
                </c:pt>
                <c:pt idx="281">
                  <c:v>661</c:v>
                </c:pt>
                <c:pt idx="282">
                  <c:v>662</c:v>
                </c:pt>
                <c:pt idx="283">
                  <c:v>663</c:v>
                </c:pt>
                <c:pt idx="284">
                  <c:v>664</c:v>
                </c:pt>
                <c:pt idx="285">
                  <c:v>665</c:v>
                </c:pt>
                <c:pt idx="286">
                  <c:v>666</c:v>
                </c:pt>
                <c:pt idx="287">
                  <c:v>667</c:v>
                </c:pt>
                <c:pt idx="288">
                  <c:v>668</c:v>
                </c:pt>
                <c:pt idx="289">
                  <c:v>669</c:v>
                </c:pt>
                <c:pt idx="290">
                  <c:v>670</c:v>
                </c:pt>
                <c:pt idx="291">
                  <c:v>671</c:v>
                </c:pt>
                <c:pt idx="292">
                  <c:v>672</c:v>
                </c:pt>
                <c:pt idx="293">
                  <c:v>673</c:v>
                </c:pt>
                <c:pt idx="294">
                  <c:v>674</c:v>
                </c:pt>
                <c:pt idx="295">
                  <c:v>675</c:v>
                </c:pt>
                <c:pt idx="296">
                  <c:v>676</c:v>
                </c:pt>
                <c:pt idx="297">
                  <c:v>677</c:v>
                </c:pt>
                <c:pt idx="298">
                  <c:v>678</c:v>
                </c:pt>
                <c:pt idx="299">
                  <c:v>679</c:v>
                </c:pt>
                <c:pt idx="300">
                  <c:v>680</c:v>
                </c:pt>
                <c:pt idx="301">
                  <c:v>681</c:v>
                </c:pt>
                <c:pt idx="302">
                  <c:v>682</c:v>
                </c:pt>
                <c:pt idx="303">
                  <c:v>683</c:v>
                </c:pt>
                <c:pt idx="304">
                  <c:v>684</c:v>
                </c:pt>
                <c:pt idx="305">
                  <c:v>685</c:v>
                </c:pt>
                <c:pt idx="306">
                  <c:v>686</c:v>
                </c:pt>
                <c:pt idx="307">
                  <c:v>687</c:v>
                </c:pt>
                <c:pt idx="308">
                  <c:v>688</c:v>
                </c:pt>
                <c:pt idx="309">
                  <c:v>689</c:v>
                </c:pt>
                <c:pt idx="310">
                  <c:v>690</c:v>
                </c:pt>
                <c:pt idx="311">
                  <c:v>691</c:v>
                </c:pt>
                <c:pt idx="312">
                  <c:v>692</c:v>
                </c:pt>
                <c:pt idx="313">
                  <c:v>693</c:v>
                </c:pt>
                <c:pt idx="314">
                  <c:v>694</c:v>
                </c:pt>
                <c:pt idx="315">
                  <c:v>695</c:v>
                </c:pt>
                <c:pt idx="316">
                  <c:v>696</c:v>
                </c:pt>
                <c:pt idx="317">
                  <c:v>697</c:v>
                </c:pt>
                <c:pt idx="318">
                  <c:v>698</c:v>
                </c:pt>
                <c:pt idx="319">
                  <c:v>699</c:v>
                </c:pt>
                <c:pt idx="320">
                  <c:v>700</c:v>
                </c:pt>
                <c:pt idx="321">
                  <c:v>701</c:v>
                </c:pt>
                <c:pt idx="322">
                  <c:v>702</c:v>
                </c:pt>
                <c:pt idx="323">
                  <c:v>703</c:v>
                </c:pt>
                <c:pt idx="324">
                  <c:v>704</c:v>
                </c:pt>
                <c:pt idx="325">
                  <c:v>705</c:v>
                </c:pt>
                <c:pt idx="326">
                  <c:v>706</c:v>
                </c:pt>
                <c:pt idx="327">
                  <c:v>707</c:v>
                </c:pt>
                <c:pt idx="328">
                  <c:v>708</c:v>
                </c:pt>
                <c:pt idx="329">
                  <c:v>709</c:v>
                </c:pt>
                <c:pt idx="330">
                  <c:v>710</c:v>
                </c:pt>
                <c:pt idx="331">
                  <c:v>711</c:v>
                </c:pt>
                <c:pt idx="332">
                  <c:v>712</c:v>
                </c:pt>
                <c:pt idx="333">
                  <c:v>713</c:v>
                </c:pt>
                <c:pt idx="334">
                  <c:v>714</c:v>
                </c:pt>
                <c:pt idx="335">
                  <c:v>715</c:v>
                </c:pt>
                <c:pt idx="336">
                  <c:v>716</c:v>
                </c:pt>
                <c:pt idx="337">
                  <c:v>717</c:v>
                </c:pt>
                <c:pt idx="338">
                  <c:v>718</c:v>
                </c:pt>
                <c:pt idx="339">
                  <c:v>719</c:v>
                </c:pt>
                <c:pt idx="340">
                  <c:v>720</c:v>
                </c:pt>
                <c:pt idx="341">
                  <c:v>721</c:v>
                </c:pt>
                <c:pt idx="342">
                  <c:v>722</c:v>
                </c:pt>
                <c:pt idx="343">
                  <c:v>723</c:v>
                </c:pt>
                <c:pt idx="344">
                  <c:v>724</c:v>
                </c:pt>
                <c:pt idx="345">
                  <c:v>725</c:v>
                </c:pt>
                <c:pt idx="346">
                  <c:v>726</c:v>
                </c:pt>
                <c:pt idx="347">
                  <c:v>727</c:v>
                </c:pt>
                <c:pt idx="348">
                  <c:v>728</c:v>
                </c:pt>
                <c:pt idx="349">
                  <c:v>729</c:v>
                </c:pt>
                <c:pt idx="350">
                  <c:v>730</c:v>
                </c:pt>
                <c:pt idx="351">
                  <c:v>731</c:v>
                </c:pt>
                <c:pt idx="352">
                  <c:v>732</c:v>
                </c:pt>
                <c:pt idx="353">
                  <c:v>733</c:v>
                </c:pt>
                <c:pt idx="354">
                  <c:v>734</c:v>
                </c:pt>
                <c:pt idx="355">
                  <c:v>735</c:v>
                </c:pt>
                <c:pt idx="356">
                  <c:v>736</c:v>
                </c:pt>
                <c:pt idx="357">
                  <c:v>737</c:v>
                </c:pt>
                <c:pt idx="358">
                  <c:v>738</c:v>
                </c:pt>
                <c:pt idx="359">
                  <c:v>739</c:v>
                </c:pt>
                <c:pt idx="360">
                  <c:v>740</c:v>
                </c:pt>
                <c:pt idx="361">
                  <c:v>741</c:v>
                </c:pt>
                <c:pt idx="362">
                  <c:v>742</c:v>
                </c:pt>
                <c:pt idx="363">
                  <c:v>743</c:v>
                </c:pt>
                <c:pt idx="364">
                  <c:v>744</c:v>
                </c:pt>
                <c:pt idx="365">
                  <c:v>745</c:v>
                </c:pt>
                <c:pt idx="366">
                  <c:v>746</c:v>
                </c:pt>
                <c:pt idx="367">
                  <c:v>747</c:v>
                </c:pt>
                <c:pt idx="368">
                  <c:v>748</c:v>
                </c:pt>
                <c:pt idx="369">
                  <c:v>749</c:v>
                </c:pt>
                <c:pt idx="370">
                  <c:v>750</c:v>
                </c:pt>
                <c:pt idx="371">
                  <c:v>751</c:v>
                </c:pt>
                <c:pt idx="372">
                  <c:v>752</c:v>
                </c:pt>
                <c:pt idx="373">
                  <c:v>753</c:v>
                </c:pt>
                <c:pt idx="374">
                  <c:v>754</c:v>
                </c:pt>
                <c:pt idx="375">
                  <c:v>755</c:v>
                </c:pt>
                <c:pt idx="376">
                  <c:v>756</c:v>
                </c:pt>
                <c:pt idx="377">
                  <c:v>757</c:v>
                </c:pt>
                <c:pt idx="378">
                  <c:v>758</c:v>
                </c:pt>
                <c:pt idx="379">
                  <c:v>759</c:v>
                </c:pt>
                <c:pt idx="380">
                  <c:v>760</c:v>
                </c:pt>
                <c:pt idx="381">
                  <c:v>761</c:v>
                </c:pt>
                <c:pt idx="382">
                  <c:v>762</c:v>
                </c:pt>
                <c:pt idx="383">
                  <c:v>763</c:v>
                </c:pt>
                <c:pt idx="384">
                  <c:v>764</c:v>
                </c:pt>
                <c:pt idx="385">
                  <c:v>765</c:v>
                </c:pt>
                <c:pt idx="386">
                  <c:v>766</c:v>
                </c:pt>
                <c:pt idx="387">
                  <c:v>767</c:v>
                </c:pt>
                <c:pt idx="388">
                  <c:v>768</c:v>
                </c:pt>
                <c:pt idx="389">
                  <c:v>769</c:v>
                </c:pt>
                <c:pt idx="390">
                  <c:v>770</c:v>
                </c:pt>
                <c:pt idx="391">
                  <c:v>771</c:v>
                </c:pt>
                <c:pt idx="392">
                  <c:v>772</c:v>
                </c:pt>
                <c:pt idx="393">
                  <c:v>773</c:v>
                </c:pt>
                <c:pt idx="394">
                  <c:v>774</c:v>
                </c:pt>
                <c:pt idx="395">
                  <c:v>775</c:v>
                </c:pt>
                <c:pt idx="396">
                  <c:v>776</c:v>
                </c:pt>
                <c:pt idx="397">
                  <c:v>777</c:v>
                </c:pt>
                <c:pt idx="398">
                  <c:v>778</c:v>
                </c:pt>
                <c:pt idx="399">
                  <c:v>779</c:v>
                </c:pt>
                <c:pt idx="400">
                  <c:v>780</c:v>
                </c:pt>
              </c:numCache>
            </c:numRef>
          </c:xVal>
          <c:yVal>
            <c:numRef>
              <c:f>汇总!$JD$2:$JD$1000</c:f>
              <c:numCache>
                <c:formatCode>General</c:formatCode>
                <c:ptCount val="999"/>
                <c:pt idx="0">
                  <c:v>2.9868962935230252E-4</c:v>
                </c:pt>
                <c:pt idx="1">
                  <c:v>2.9868962935230252E-4</c:v>
                </c:pt>
                <c:pt idx="2">
                  <c:v>8.6076791879861902E-5</c:v>
                </c:pt>
                <c:pt idx="3">
                  <c:v>4.1188069387245725E-5</c:v>
                </c:pt>
                <c:pt idx="4">
                  <c:v>2.4156162901950998E-4</c:v>
                </c:pt>
                <c:pt idx="5">
                  <c:v>7.7840176380049092E-4</c:v>
                </c:pt>
                <c:pt idx="6">
                  <c:v>3.142144015974042E-4</c:v>
                </c:pt>
                <c:pt idx="7">
                  <c:v>1.2488040267897999E-4</c:v>
                </c:pt>
                <c:pt idx="8">
                  <c:v>1.8292358251175174E-4</c:v>
                </c:pt>
                <c:pt idx="9">
                  <c:v>2.8305253962311247E-4</c:v>
                </c:pt>
                <c:pt idx="10">
                  <c:v>4.5825533508049424E-4</c:v>
                </c:pt>
                <c:pt idx="11">
                  <c:v>1.9159282832064564E-4</c:v>
                </c:pt>
                <c:pt idx="12">
                  <c:v>3.067723282998461E-4</c:v>
                </c:pt>
                <c:pt idx="13">
                  <c:v>3.9929697574774328E-4</c:v>
                </c:pt>
                <c:pt idx="14">
                  <c:v>5.7743666541869461E-5</c:v>
                </c:pt>
                <c:pt idx="15">
                  <c:v>1.8776571404800532E-4</c:v>
                </c:pt>
                <c:pt idx="16">
                  <c:v>7.6895877532343277E-4</c:v>
                </c:pt>
                <c:pt idx="17">
                  <c:v>5.0663505137484922E-4</c:v>
                </c:pt>
                <c:pt idx="18">
                  <c:v>5.4008070219227087E-4</c:v>
                </c:pt>
                <c:pt idx="19">
                  <c:v>5.4008070219227087E-4</c:v>
                </c:pt>
                <c:pt idx="20">
                  <c:v>2.9191730105245639E-4</c:v>
                </c:pt>
                <c:pt idx="21">
                  <c:v>3.1282499272016308E-4</c:v>
                </c:pt>
                <c:pt idx="22">
                  <c:v>9.1355713632014642E-4</c:v>
                </c:pt>
                <c:pt idx="23">
                  <c:v>2.9718790299097298E-4</c:v>
                </c:pt>
                <c:pt idx="24">
                  <c:v>2.8383876201173097E-4</c:v>
                </c:pt>
                <c:pt idx="25">
                  <c:v>2.2987645076750284E-4</c:v>
                </c:pt>
                <c:pt idx="26">
                  <c:v>2.3875785182411917E-4</c:v>
                </c:pt>
                <c:pt idx="27">
                  <c:v>1.8871833270934731E-4</c:v>
                </c:pt>
                <c:pt idx="28">
                  <c:v>4.6333042139856066E-4</c:v>
                </c:pt>
                <c:pt idx="29">
                  <c:v>4.6757352635300967E-4</c:v>
                </c:pt>
                <c:pt idx="30">
                  <c:v>7.8297766130038698E-4</c:v>
                </c:pt>
                <c:pt idx="31">
                  <c:v>5.8355172844128296E-4</c:v>
                </c:pt>
                <c:pt idx="32">
                  <c:v>5.9399309455468203E-4</c:v>
                </c:pt>
                <c:pt idx="33">
                  <c:v>4.8021964307999506E-4</c:v>
                </c:pt>
                <c:pt idx="34">
                  <c:v>5.0205915387495316E-4</c:v>
                </c:pt>
                <c:pt idx="35">
                  <c:v>5.8600607346395446E-4</c:v>
                </c:pt>
                <c:pt idx="36">
                  <c:v>3.4049253296726154E-4</c:v>
                </c:pt>
                <c:pt idx="37">
                  <c:v>5.4594617080577399E-4</c:v>
                </c:pt>
                <c:pt idx="38">
                  <c:v>4.4590041183077499E-4</c:v>
                </c:pt>
                <c:pt idx="39">
                  <c:v>7.0048670909771626E-4</c:v>
                </c:pt>
                <c:pt idx="40">
                  <c:v>7.3534672823328759E-4</c:v>
                </c:pt>
                <c:pt idx="41">
                  <c:v>6.391280835309289E-4</c:v>
                </c:pt>
                <c:pt idx="42">
                  <c:v>6.6450351512126139E-4</c:v>
                </c:pt>
                <c:pt idx="43">
                  <c:v>7.823952743458547E-4</c:v>
                </c:pt>
                <c:pt idx="44">
                  <c:v>7.7428345605058452E-4</c:v>
                </c:pt>
                <c:pt idx="45">
                  <c:v>8.663837930030368E-4</c:v>
                </c:pt>
                <c:pt idx="46">
                  <c:v>8.705021007529432E-4</c:v>
                </c:pt>
                <c:pt idx="47">
                  <c:v>1.3486833894920756E-3</c:v>
                </c:pt>
                <c:pt idx="48">
                  <c:v>1.0527060193851658E-3</c:v>
                </c:pt>
                <c:pt idx="49">
                  <c:v>1.0086526061816215E-3</c:v>
                </c:pt>
                <c:pt idx="50">
                  <c:v>1.1933524689046965E-3</c:v>
                </c:pt>
                <c:pt idx="51">
                  <c:v>1.182744706518574E-3</c:v>
                </c:pt>
                <c:pt idx="52">
                  <c:v>1.3670701776280212E-3</c:v>
                </c:pt>
                <c:pt idx="53">
                  <c:v>1.6286035192811681E-3</c:v>
                </c:pt>
                <c:pt idx="54">
                  <c:v>1.680311161029993E-3</c:v>
                </c:pt>
                <c:pt idx="55">
                  <c:v>1.8125129997088067E-3</c:v>
                </c:pt>
                <c:pt idx="56">
                  <c:v>1.8773659470027874E-3</c:v>
                </c:pt>
                <c:pt idx="57">
                  <c:v>2.4777652980573234E-3</c:v>
                </c:pt>
                <c:pt idx="58">
                  <c:v>2.6897957485752318E-3</c:v>
                </c:pt>
                <c:pt idx="59">
                  <c:v>3.2322891967219935E-3</c:v>
                </c:pt>
                <c:pt idx="60">
                  <c:v>3.6996963268022798E-3</c:v>
                </c:pt>
                <c:pt idx="61">
                  <c:v>4.9253296726153332E-3</c:v>
                </c:pt>
                <c:pt idx="62">
                  <c:v>6.5169100212155249E-3</c:v>
                </c:pt>
                <c:pt idx="63">
                  <c:v>9.1409792420649779E-3</c:v>
                </c:pt>
                <c:pt idx="64">
                  <c:v>1.2577062273805067E-2</c:v>
                </c:pt>
                <c:pt idx="65">
                  <c:v>1.7464120803693996E-2</c:v>
                </c:pt>
                <c:pt idx="66">
                  <c:v>2.5360871916469074E-2</c:v>
                </c:pt>
                <c:pt idx="67">
                  <c:v>3.5871708473730189E-2</c:v>
                </c:pt>
                <c:pt idx="68">
                  <c:v>5.1046216564748954E-2</c:v>
                </c:pt>
                <c:pt idx="69">
                  <c:v>6.9886434543866213E-2</c:v>
                </c:pt>
                <c:pt idx="70">
                  <c:v>9.9326095095469857E-2</c:v>
                </c:pt>
                <c:pt idx="71">
                  <c:v>0.13365780606514413</c:v>
                </c:pt>
                <c:pt idx="72">
                  <c:v>0.17817296892549608</c:v>
                </c:pt>
                <c:pt idx="73">
                  <c:v>0.2344565081742169</c:v>
                </c:pt>
                <c:pt idx="74">
                  <c:v>0.2973750987977869</c:v>
                </c:pt>
                <c:pt idx="75">
                  <c:v>0.38060235450725904</c:v>
                </c:pt>
                <c:pt idx="76">
                  <c:v>0.46170805773950668</c:v>
                </c:pt>
                <c:pt idx="77">
                  <c:v>0.55992345771454721</c:v>
                </c:pt>
                <c:pt idx="78">
                  <c:v>0.65402054993968139</c:v>
                </c:pt>
                <c:pt idx="79">
                  <c:v>0.74878322725570945</c:v>
                </c:pt>
                <c:pt idx="80">
                  <c:v>0.83884520986729894</c:v>
                </c:pt>
                <c:pt idx="81">
                  <c:v>0.90665169100212162</c:v>
                </c:pt>
                <c:pt idx="82">
                  <c:v>0.97162943550064484</c:v>
                </c:pt>
                <c:pt idx="83">
                  <c:v>0.99068180872748457</c:v>
                </c:pt>
                <c:pt idx="84">
                  <c:v>1</c:v>
                </c:pt>
                <c:pt idx="85">
                  <c:v>0.97533175256874249</c:v>
                </c:pt>
                <c:pt idx="86">
                  <c:v>0.92932318316069717</c:v>
                </c:pt>
                <c:pt idx="87">
                  <c:v>0.86093431507134244</c:v>
                </c:pt>
                <c:pt idx="88">
                  <c:v>0.77440825325512708</c:v>
                </c:pt>
                <c:pt idx="89">
                  <c:v>0.69682599109779941</c:v>
                </c:pt>
                <c:pt idx="90">
                  <c:v>0.60701360289529516</c:v>
                </c:pt>
                <c:pt idx="91">
                  <c:v>0.52926494446524408</c:v>
                </c:pt>
                <c:pt idx="92">
                  <c:v>0.45097549814884152</c:v>
                </c:pt>
                <c:pt idx="93">
                  <c:v>0.38105578435043058</c:v>
                </c:pt>
                <c:pt idx="94">
                  <c:v>0.32528391364033449</c:v>
                </c:pt>
                <c:pt idx="95">
                  <c:v>0.27410458005740673</c:v>
                </c:pt>
                <c:pt idx="96">
                  <c:v>0.23616206996963271</c:v>
                </c:pt>
                <c:pt idx="97">
                  <c:v>0.20222555014767671</c:v>
                </c:pt>
                <c:pt idx="98">
                  <c:v>0.17228670077790259</c:v>
                </c:pt>
                <c:pt idx="99">
                  <c:v>0.15062606597612213</c:v>
                </c:pt>
                <c:pt idx="100">
                  <c:v>0.12926078455842591</c:v>
                </c:pt>
                <c:pt idx="101">
                  <c:v>0.11369441324514332</c:v>
                </c:pt>
                <c:pt idx="102">
                  <c:v>0.10001247972045427</c:v>
                </c:pt>
                <c:pt idx="103">
                  <c:v>8.7624277216190358E-2</c:v>
                </c:pt>
                <c:pt idx="104">
                  <c:v>7.9083988518657181E-2</c:v>
                </c:pt>
                <c:pt idx="105">
                  <c:v>6.970755855068847E-2</c:v>
                </c:pt>
                <c:pt idx="106">
                  <c:v>6.1990931403136572E-2</c:v>
                </c:pt>
                <c:pt idx="107">
                  <c:v>5.6458255335080497E-2</c:v>
                </c:pt>
                <c:pt idx="108">
                  <c:v>5.0193435667041063E-2</c:v>
                </c:pt>
                <c:pt idx="109">
                  <c:v>4.5638337701235494E-2</c:v>
                </c:pt>
                <c:pt idx="110">
                  <c:v>4.0846957028162573E-2</c:v>
                </c:pt>
                <c:pt idx="111">
                  <c:v>3.6001081575772705E-2</c:v>
                </c:pt>
                <c:pt idx="112">
                  <c:v>3.2753442322891964E-2</c:v>
                </c:pt>
                <c:pt idx="113">
                  <c:v>2.9237073089562797E-2</c:v>
                </c:pt>
                <c:pt idx="114">
                  <c:v>2.5594242688963768E-2</c:v>
                </c:pt>
                <c:pt idx="115">
                  <c:v>2.3099130579475022E-2</c:v>
                </c:pt>
                <c:pt idx="116">
                  <c:v>2.0447189982944383E-2</c:v>
                </c:pt>
                <c:pt idx="117">
                  <c:v>1.8109322351179333E-2</c:v>
                </c:pt>
                <c:pt idx="118">
                  <c:v>1.6253587919630604E-2</c:v>
                </c:pt>
                <c:pt idx="119">
                  <c:v>1.404717334331711E-2</c:v>
                </c:pt>
                <c:pt idx="120">
                  <c:v>1.2339947585174094E-2</c:v>
                </c:pt>
                <c:pt idx="121">
                  <c:v>1.1014601272931487E-2</c:v>
                </c:pt>
                <c:pt idx="122">
                  <c:v>9.8714588793211034E-3</c:v>
                </c:pt>
                <c:pt idx="123">
                  <c:v>8.5536003993510554E-3</c:v>
                </c:pt>
                <c:pt idx="124">
                  <c:v>7.5668705021007532E-3</c:v>
                </c:pt>
                <c:pt idx="125">
                  <c:v>6.76692042098257E-3</c:v>
                </c:pt>
                <c:pt idx="126">
                  <c:v>6.0688880569075253E-3</c:v>
                </c:pt>
                <c:pt idx="127">
                  <c:v>5.377927534423229E-3</c:v>
                </c:pt>
                <c:pt idx="128">
                  <c:v>4.7368858937559804E-3</c:v>
                </c:pt>
                <c:pt idx="129">
                  <c:v>4.1981779608136777E-3</c:v>
                </c:pt>
                <c:pt idx="130">
                  <c:v>3.8436291027080993E-3</c:v>
                </c:pt>
                <c:pt idx="131">
                  <c:v>3.3450226714921588E-3</c:v>
                </c:pt>
                <c:pt idx="132">
                  <c:v>2.9567369690918924E-3</c:v>
                </c:pt>
                <c:pt idx="133">
                  <c:v>2.7238653854153669E-3</c:v>
                </c:pt>
                <c:pt idx="134">
                  <c:v>2.4477307708307338E-3</c:v>
                </c:pt>
                <c:pt idx="135">
                  <c:v>2.1614875826781485E-3</c:v>
                </c:pt>
                <c:pt idx="136">
                  <c:v>2.0338200424310495E-3</c:v>
                </c:pt>
                <c:pt idx="137">
                  <c:v>1.9391821623195643E-3</c:v>
                </c:pt>
                <c:pt idx="138">
                  <c:v>1.7632181039144725E-3</c:v>
                </c:pt>
                <c:pt idx="139">
                  <c:v>1.6296850950538709E-3</c:v>
                </c:pt>
                <c:pt idx="140">
                  <c:v>1.5536003993510544E-3</c:v>
                </c:pt>
                <c:pt idx="141">
                  <c:v>1.344190690128541E-3</c:v>
                </c:pt>
                <c:pt idx="142">
                  <c:v>1.2189774949041142E-3</c:v>
                </c:pt>
                <c:pt idx="143">
                  <c:v>1.2364075044718999E-3</c:v>
                </c:pt>
                <c:pt idx="144">
                  <c:v>1.1119846915429094E-3</c:v>
                </c:pt>
                <c:pt idx="145">
                  <c:v>1.1355713632014643E-3</c:v>
                </c:pt>
                <c:pt idx="146">
                  <c:v>9.4637880111485501E-4</c:v>
                </c:pt>
                <c:pt idx="147">
                  <c:v>8.4025957818544873E-4</c:v>
                </c:pt>
                <c:pt idx="148">
                  <c:v>6.8513665293897419E-4</c:v>
                </c:pt>
                <c:pt idx="149">
                  <c:v>7.8098090602770492E-4</c:v>
                </c:pt>
                <c:pt idx="150">
                  <c:v>7.2532135280169727E-4</c:v>
                </c:pt>
                <c:pt idx="151">
                  <c:v>7.099296975747743E-4</c:v>
                </c:pt>
                <c:pt idx="152">
                  <c:v>6.4840467573526364E-4</c:v>
                </c:pt>
                <c:pt idx="153">
                  <c:v>5.5401639003286327E-4</c:v>
                </c:pt>
                <c:pt idx="154">
                  <c:v>5.8296934148675068E-4</c:v>
                </c:pt>
                <c:pt idx="155">
                  <c:v>5.3933191896501519E-4</c:v>
                </c:pt>
                <c:pt idx="156">
                  <c:v>5.0139356878405928E-4</c:v>
                </c:pt>
                <c:pt idx="157">
                  <c:v>4.7002787137568122E-4</c:v>
                </c:pt>
                <c:pt idx="158">
                  <c:v>3.6890053662797954E-4</c:v>
                </c:pt>
                <c:pt idx="159">
                  <c:v>4.081118182952702E-4</c:v>
                </c:pt>
                <c:pt idx="160">
                  <c:v>4.6158326053496399E-4</c:v>
                </c:pt>
                <c:pt idx="161">
                  <c:v>3.1106535213611217E-4</c:v>
                </c:pt>
                <c:pt idx="162">
                  <c:v>3.7438745372103666E-4</c:v>
                </c:pt>
                <c:pt idx="163">
                  <c:v>3.1374849203377845E-4</c:v>
                </c:pt>
                <c:pt idx="164">
                  <c:v>2.2577894255168684E-4</c:v>
                </c:pt>
                <c:pt idx="165">
                  <c:v>2.3304213985606722E-4</c:v>
                </c:pt>
                <c:pt idx="166">
                  <c:v>2.6950788302342027E-4</c:v>
                </c:pt>
                <c:pt idx="167">
                  <c:v>2.8061483422771332E-4</c:v>
                </c:pt>
                <c:pt idx="168">
                  <c:v>2.4867090977162115E-4</c:v>
                </c:pt>
                <c:pt idx="169">
                  <c:v>2.1768792379050711E-4</c:v>
                </c:pt>
                <c:pt idx="170">
                  <c:v>2.5511460543283833E-4</c:v>
                </c:pt>
                <c:pt idx="171">
                  <c:v>1.7043554224385374E-4</c:v>
                </c:pt>
                <c:pt idx="172">
                  <c:v>1.1762968509505387E-4</c:v>
                </c:pt>
                <c:pt idx="173">
                  <c:v>1.9494987312284205E-4</c:v>
                </c:pt>
                <c:pt idx="174">
                  <c:v>1.6925828861433505E-4</c:v>
                </c:pt>
                <c:pt idx="175">
                  <c:v>8.5956154582137362E-5</c:v>
                </c:pt>
                <c:pt idx="176">
                  <c:v>1.9336910853196888E-4</c:v>
                </c:pt>
                <c:pt idx="177">
                  <c:v>1.6075127917134657E-4</c:v>
                </c:pt>
                <c:pt idx="178">
                  <c:v>1.3830858188776572E-4</c:v>
                </c:pt>
                <c:pt idx="179">
                  <c:v>5.176172053745996E-5</c:v>
                </c:pt>
                <c:pt idx="180">
                  <c:v>4.9053621198885143E-5</c:v>
                </c:pt>
                <c:pt idx="181">
                  <c:v>9.6813511377345142E-5</c:v>
                </c:pt>
                <c:pt idx="182">
                  <c:v>7.3709388909688425E-5</c:v>
                </c:pt>
                <c:pt idx="183">
                  <c:v>8.9924705686592618E-5</c:v>
                </c:pt>
                <c:pt idx="184">
                  <c:v>1.0031615291817463E-4</c:v>
                </c:pt>
                <c:pt idx="185">
                  <c:v>1.3225175756063066E-4</c:v>
                </c:pt>
                <c:pt idx="186">
                  <c:v>7.8418403427763222E-5</c:v>
                </c:pt>
                <c:pt idx="187">
                  <c:v>9.7957485752319144E-5</c:v>
                </c:pt>
                <c:pt idx="188">
                  <c:v>1.657681267939598E-4</c:v>
                </c:pt>
                <c:pt idx="189">
                  <c:v>1.6710761678938391E-4</c:v>
                </c:pt>
                <c:pt idx="190">
                  <c:v>1.1183909480427639E-4</c:v>
                </c:pt>
                <c:pt idx="191">
                  <c:v>9.5511460543283835E-5</c:v>
                </c:pt>
                <c:pt idx="192">
                  <c:v>6.0056574732725986E-5</c:v>
                </c:pt>
                <c:pt idx="193">
                  <c:v>9.4962352843296305E-5</c:v>
                </c:pt>
                <c:pt idx="194">
                  <c:v>1.190939722950206E-4</c:v>
                </c:pt>
                <c:pt idx="195">
                  <c:v>2.7682515911643579E-5</c:v>
                </c:pt>
                <c:pt idx="196">
                  <c:v>1.0370231706809768E-4</c:v>
                </c:pt>
                <c:pt idx="197">
                  <c:v>1.2831648571072011E-4</c:v>
                </c:pt>
                <c:pt idx="198">
                  <c:v>6.3288822330379797E-5</c:v>
                </c:pt>
                <c:pt idx="199">
                  <c:v>2.6565164940305338E-5</c:v>
                </c:pt>
                <c:pt idx="200">
                  <c:v>1.9869378925912063E-6</c:v>
                </c:pt>
                <c:pt idx="201">
                  <c:v>6.7382170639377682E-5</c:v>
                </c:pt>
                <c:pt idx="202">
                  <c:v>6.9462124048421309E-5</c:v>
                </c:pt>
                <c:pt idx="203">
                  <c:v>7.2677732018802774E-5</c:v>
                </c:pt>
                <c:pt idx="204">
                  <c:v>1.4771413120346106E-4</c:v>
                </c:pt>
                <c:pt idx="205">
                  <c:v>9.6459919297807724E-5</c:v>
                </c:pt>
                <c:pt idx="206">
                  <c:v>7.2948125961978458E-5</c:v>
                </c:pt>
                <c:pt idx="207">
                  <c:v>4.7402138192104499E-5</c:v>
                </c:pt>
                <c:pt idx="208">
                  <c:v>1.2569574441532511E-4</c:v>
                </c:pt>
                <c:pt idx="209">
                  <c:v>1.0420982569990433E-4</c:v>
                </c:pt>
                <c:pt idx="210">
                  <c:v>9.3410707600149768E-5</c:v>
                </c:pt>
                <c:pt idx="211">
                  <c:v>1.05624194018054E-4</c:v>
                </c:pt>
                <c:pt idx="212">
                  <c:v>4.6778152169391405E-5</c:v>
                </c:pt>
                <c:pt idx="213">
                  <c:v>8.0140604850451356E-5</c:v>
                </c:pt>
                <c:pt idx="214">
                  <c:v>2.7848496193685263E-5</c:v>
                </c:pt>
                <c:pt idx="215">
                  <c:v>8.8930487957069774E-5</c:v>
                </c:pt>
                <c:pt idx="216">
                  <c:v>4.1358209576105493E-5</c:v>
                </c:pt>
                <c:pt idx="217">
                  <c:v>5.4573817546486957E-5</c:v>
                </c:pt>
                <c:pt idx="218">
                  <c:v>5.4573817546486957E-5</c:v>
                </c:pt>
                <c:pt idx="219">
                  <c:v>7.9961728857273596E-5</c:v>
                </c:pt>
                <c:pt idx="220">
                  <c:v>8.040267897999085E-5</c:v>
                </c:pt>
                <c:pt idx="221">
                  <c:v>2.3307957901742999E-6</c:v>
                </c:pt>
                <c:pt idx="222">
                  <c:v>2.3307957901742999E-6</c:v>
                </c:pt>
                <c:pt idx="223">
                  <c:v>4.9369774117059782E-5</c:v>
                </c:pt>
                <c:pt idx="224">
                  <c:v>4.9369774117059782E-5</c:v>
                </c:pt>
                <c:pt idx="225">
                  <c:v>1.1915637089729191E-5</c:v>
                </c:pt>
                <c:pt idx="226">
                  <c:v>4.6865510212571241E-5</c:v>
                </c:pt>
                <c:pt idx="227">
                  <c:v>7.4986480302841216E-6</c:v>
                </c:pt>
                <c:pt idx="228">
                  <c:v>6.9200049918881815E-5</c:v>
                </c:pt>
                <c:pt idx="229">
                  <c:v>2.7590997961645663E-6</c:v>
                </c:pt>
                <c:pt idx="230">
                  <c:v>8.9022005907067684E-5</c:v>
                </c:pt>
                <c:pt idx="231">
                  <c:v>9.4679479179666371E-5</c:v>
                </c:pt>
                <c:pt idx="232">
                  <c:v>6.5568451266691624E-5</c:v>
                </c:pt>
                <c:pt idx="233">
                  <c:v>9.4292607845584275E-5</c:v>
                </c:pt>
                <c:pt idx="234">
                  <c:v>1.9629352302508426E-5</c:v>
                </c:pt>
                <c:pt idx="235">
                  <c:v>7.4524730646033537E-5</c:v>
                </c:pt>
                <c:pt idx="236">
                  <c:v>4.8533632846624237E-5</c:v>
                </c:pt>
                <c:pt idx="237">
                  <c:v>2.0676816839302801E-5</c:v>
                </c:pt>
                <c:pt idx="238">
                  <c:v>6.5772286700777912E-5</c:v>
                </c:pt>
                <c:pt idx="239">
                  <c:v>1.77024834643704E-5</c:v>
                </c:pt>
                <c:pt idx="240">
                  <c:v>3.6719497483256377E-5</c:v>
                </c:pt>
                <c:pt idx="241">
                  <c:v>1.4911185989433837E-5</c:v>
                </c:pt>
                <c:pt idx="242">
                  <c:v>2.9702150671824949E-5</c:v>
                </c:pt>
                <c:pt idx="243">
                  <c:v>2.3178584799700487E-5</c:v>
                </c:pt>
                <c:pt idx="244">
                  <c:v>1.3196472399018263E-5</c:v>
                </c:pt>
                <c:pt idx="245">
                  <c:v>5.1000457589749986E-5</c:v>
                </c:pt>
                <c:pt idx="246">
                  <c:v>2.6947876367569366E-5</c:v>
                </c:pt>
                <c:pt idx="247">
                  <c:v>2.6947876367569366E-5</c:v>
                </c:pt>
                <c:pt idx="248">
                  <c:v>3.1103207288156749E-5</c:v>
                </c:pt>
                <c:pt idx="249">
                  <c:v>3.1103207288156749E-5</c:v>
                </c:pt>
                <c:pt idx="250">
                  <c:v>2.4135363367860563E-5</c:v>
                </c:pt>
                <c:pt idx="251">
                  <c:v>5.4332542951037904E-5</c:v>
                </c:pt>
                <c:pt idx="252">
                  <c:v>2.8907608469570285E-5</c:v>
                </c:pt>
                <c:pt idx="253">
                  <c:v>7.1217604725654147E-5</c:v>
                </c:pt>
                <c:pt idx="254">
                  <c:v>9.7845168268230793E-5</c:v>
                </c:pt>
                <c:pt idx="255">
                  <c:v>9.7845168268230793E-5</c:v>
                </c:pt>
                <c:pt idx="256">
                  <c:v>2.6863430259162195E-5</c:v>
                </c:pt>
                <c:pt idx="257">
                  <c:v>8.0735471525437841E-5</c:v>
                </c:pt>
                <c:pt idx="258">
                  <c:v>4.8841465951162689E-6</c:v>
                </c:pt>
                <c:pt idx="259">
                  <c:v>1.0989641832022963E-4</c:v>
                </c:pt>
                <c:pt idx="260">
                  <c:v>6.0614002246349685E-5</c:v>
                </c:pt>
                <c:pt idx="261">
                  <c:v>7.8867673364116638E-5</c:v>
                </c:pt>
                <c:pt idx="262">
                  <c:v>1.113107866383793E-4</c:v>
                </c:pt>
                <c:pt idx="263">
                  <c:v>6.3775531428096006E-5</c:v>
                </c:pt>
                <c:pt idx="264">
                  <c:v>6.3775531428096006E-5</c:v>
                </c:pt>
                <c:pt idx="265">
                  <c:v>1.1100711344065893E-4</c:v>
                </c:pt>
                <c:pt idx="266">
                  <c:v>1.1100711344065893E-4</c:v>
                </c:pt>
                <c:pt idx="267">
                  <c:v>6.7556886725737343E-6</c:v>
                </c:pt>
                <c:pt idx="268">
                  <c:v>8.1600732143599983E-5</c:v>
                </c:pt>
                <c:pt idx="269">
                  <c:v>1.1612379882690627E-5</c:v>
                </c:pt>
                <c:pt idx="270">
                  <c:v>1.0898955863388661E-4</c:v>
                </c:pt>
                <c:pt idx="271">
                  <c:v>7.0963850409750829E-5</c:v>
                </c:pt>
                <c:pt idx="272">
                  <c:v>7.0963850409750829E-5</c:v>
                </c:pt>
                <c:pt idx="273">
                  <c:v>1.9212945630017889E-5</c:v>
                </c:pt>
                <c:pt idx="274">
                  <c:v>1.2934398269478766E-4</c:v>
                </c:pt>
                <c:pt idx="275">
                  <c:v>6.5414534714422392E-5</c:v>
                </c:pt>
                <c:pt idx="276">
                  <c:v>6.5414534714422392E-5</c:v>
                </c:pt>
                <c:pt idx="277">
                  <c:v>6.5414534714422392E-5</c:v>
                </c:pt>
                <c:pt idx="278">
                  <c:v>1.1898581471775032E-4</c:v>
                </c:pt>
                <c:pt idx="279">
                  <c:v>5.1520445942010899E-5</c:v>
                </c:pt>
                <c:pt idx="280">
                  <c:v>5.488997046466159E-5</c:v>
                </c:pt>
                <c:pt idx="281">
                  <c:v>5.488997046466159E-5</c:v>
                </c:pt>
                <c:pt idx="282">
                  <c:v>8.2665668289030325E-5</c:v>
                </c:pt>
                <c:pt idx="283">
                  <c:v>8.2665668289030325E-5</c:v>
                </c:pt>
                <c:pt idx="284">
                  <c:v>1.568492865759807E-5</c:v>
                </c:pt>
                <c:pt idx="285">
                  <c:v>8.2857024002662349E-5</c:v>
                </c:pt>
                <c:pt idx="286">
                  <c:v>8.2857024002662349E-5</c:v>
                </c:pt>
                <c:pt idx="287">
                  <c:v>1.2692291692666084E-4</c:v>
                </c:pt>
                <c:pt idx="288">
                  <c:v>8.5764798868505351E-5</c:v>
                </c:pt>
                <c:pt idx="289">
                  <c:v>3.2488872249261613E-5</c:v>
                </c:pt>
                <c:pt idx="290">
                  <c:v>6.6662506759848582E-5</c:v>
                </c:pt>
                <c:pt idx="291">
                  <c:v>6.7444569241648989E-5</c:v>
                </c:pt>
                <c:pt idx="292">
                  <c:v>1.337784433628687E-4</c:v>
                </c:pt>
                <c:pt idx="293">
                  <c:v>2.1220516660426807E-4</c:v>
                </c:pt>
                <c:pt idx="294">
                  <c:v>8.8843129913889924E-5</c:v>
                </c:pt>
                <c:pt idx="295">
                  <c:v>8.6551021257123847E-5</c:v>
                </c:pt>
                <c:pt idx="296">
                  <c:v>8.6551021257123847E-5</c:v>
                </c:pt>
                <c:pt idx="297">
                  <c:v>8.6551021257123847E-5</c:v>
                </c:pt>
                <c:pt idx="298">
                  <c:v>8.1787927950413919E-5</c:v>
                </c:pt>
                <c:pt idx="299">
                  <c:v>1.4283872041266277E-4</c:v>
                </c:pt>
                <c:pt idx="300">
                  <c:v>1.4203585839677189E-4</c:v>
                </c:pt>
                <c:pt idx="301">
                  <c:v>1.2508423811306626E-4</c:v>
                </c:pt>
                <c:pt idx="302">
                  <c:v>2.4585881276259412E-5</c:v>
                </c:pt>
                <c:pt idx="303">
                  <c:v>7.2423977702899458E-6</c:v>
                </c:pt>
                <c:pt idx="304">
                  <c:v>1.4327551062856192E-4</c:v>
                </c:pt>
                <c:pt idx="305">
                  <c:v>1.6023545072590376E-4</c:v>
                </c:pt>
                <c:pt idx="306">
                  <c:v>3.35176172053746E-4</c:v>
                </c:pt>
                <c:pt idx="307">
                  <c:v>8.3909480427638426E-5</c:v>
                </c:pt>
                <c:pt idx="308">
                  <c:v>8.3909480427638426E-5</c:v>
                </c:pt>
                <c:pt idx="309">
                  <c:v>8.3909480427638426E-5</c:v>
                </c:pt>
                <c:pt idx="310">
                  <c:v>8.3909480427638426E-5</c:v>
                </c:pt>
                <c:pt idx="311">
                  <c:v>1.4495611298306918E-4</c:v>
                </c:pt>
                <c:pt idx="312">
                  <c:v>3.5491076999875204E-4</c:v>
                </c:pt>
                <c:pt idx="313">
                  <c:v>1.0797454137027331E-4</c:v>
                </c:pt>
                <c:pt idx="314">
                  <c:v>1.0797454137027331E-4</c:v>
                </c:pt>
                <c:pt idx="315">
                  <c:v>1.0797454137027331E-4</c:v>
                </c:pt>
                <c:pt idx="316">
                  <c:v>1.0797454137027331E-4</c:v>
                </c:pt>
                <c:pt idx="317">
                  <c:v>3.6180789550314074E-5</c:v>
                </c:pt>
                <c:pt idx="318">
                  <c:v>3.6180789550314074E-5</c:v>
                </c:pt>
                <c:pt idx="319">
                  <c:v>3.4773909064436955E-6</c:v>
                </c:pt>
                <c:pt idx="320">
                  <c:v>3.4773909064436955E-6</c:v>
                </c:pt>
                <c:pt idx="321">
                  <c:v>5.5617954157826872E-5</c:v>
                </c:pt>
                <c:pt idx="322">
                  <c:v>2.1531261699737924E-4</c:v>
                </c:pt>
                <c:pt idx="323">
                  <c:v>2.1531261699737924E-4</c:v>
                </c:pt>
                <c:pt idx="324">
                  <c:v>8.0086526061816225E-5</c:v>
                </c:pt>
                <c:pt idx="325">
                  <c:v>1.7141312034610424E-4</c:v>
                </c:pt>
                <c:pt idx="326">
                  <c:v>1.4354590457173761E-4</c:v>
                </c:pt>
                <c:pt idx="327">
                  <c:v>1.4354590457173761E-4</c:v>
                </c:pt>
                <c:pt idx="328">
                  <c:v>1.4354590457173761E-4</c:v>
                </c:pt>
                <c:pt idx="329">
                  <c:v>1.4354590457173761E-4</c:v>
                </c:pt>
                <c:pt idx="330">
                  <c:v>1.4354590457173761E-4</c:v>
                </c:pt>
                <c:pt idx="331">
                  <c:v>2.2704355422438539E-4</c:v>
                </c:pt>
                <c:pt idx="332">
                  <c:v>2.013727692499688E-4</c:v>
                </c:pt>
                <c:pt idx="333">
                  <c:v>5.5713632014642878E-5</c:v>
                </c:pt>
                <c:pt idx="334">
                  <c:v>3.0992969757477433E-4</c:v>
                </c:pt>
                <c:pt idx="335">
                  <c:v>2.62677316028121E-4</c:v>
                </c:pt>
                <c:pt idx="336">
                  <c:v>5.4020549939681353E-5</c:v>
                </c:pt>
                <c:pt idx="337">
                  <c:v>1.5990265818045676E-6</c:v>
                </c:pt>
                <c:pt idx="338">
                  <c:v>1.6752776737801074E-4</c:v>
                </c:pt>
                <c:pt idx="339">
                  <c:v>7.1658554848371401E-5</c:v>
                </c:pt>
                <c:pt idx="340">
                  <c:v>1.5122509255792671E-4</c:v>
                </c:pt>
                <c:pt idx="341">
                  <c:v>2.4324639128083534E-4</c:v>
                </c:pt>
                <c:pt idx="342">
                  <c:v>2.4324639128083534E-4</c:v>
                </c:pt>
                <c:pt idx="343">
                  <c:v>2.4324639128083534E-4</c:v>
                </c:pt>
                <c:pt idx="344">
                  <c:v>1.544282208078539E-4</c:v>
                </c:pt>
                <c:pt idx="345">
                  <c:v>1.544282208078539E-4</c:v>
                </c:pt>
                <c:pt idx="346">
                  <c:v>2.5896667914638715E-4</c:v>
                </c:pt>
                <c:pt idx="347">
                  <c:v>3.9591913141145644E-6</c:v>
                </c:pt>
                <c:pt idx="348">
                  <c:v>3.9591913141145644E-6</c:v>
                </c:pt>
                <c:pt idx="349">
                  <c:v>3.9591913141145644E-6</c:v>
                </c:pt>
                <c:pt idx="350">
                  <c:v>2.0623986022713092E-4</c:v>
                </c:pt>
                <c:pt idx="351">
                  <c:v>2.1526685802238031E-4</c:v>
                </c:pt>
                <c:pt idx="352">
                  <c:v>4.069304047589334E-5</c:v>
                </c:pt>
                <c:pt idx="353">
                  <c:v>2.7128416323474354E-4</c:v>
                </c:pt>
                <c:pt idx="354">
                  <c:v>1.5994841715545572E-4</c:v>
                </c:pt>
                <c:pt idx="355">
                  <c:v>1.5994841715545572E-4</c:v>
                </c:pt>
                <c:pt idx="356">
                  <c:v>1.5994841715545572E-4</c:v>
                </c:pt>
                <c:pt idx="357">
                  <c:v>1.5994841715545572E-4</c:v>
                </c:pt>
                <c:pt idx="358">
                  <c:v>2.9326095095469861E-4</c:v>
                </c:pt>
                <c:pt idx="359">
                  <c:v>1.6480302841216356E-4</c:v>
                </c:pt>
                <c:pt idx="360">
                  <c:v>2.7888847289820706E-4</c:v>
                </c:pt>
                <c:pt idx="361">
                  <c:v>1.5117101376929158E-4</c:v>
                </c:pt>
                <c:pt idx="362">
                  <c:v>1.5117101376929158E-4</c:v>
                </c:pt>
                <c:pt idx="363">
                  <c:v>6.5705728191688516E-5</c:v>
                </c:pt>
                <c:pt idx="364">
                  <c:v>4.6832230958026543E-5</c:v>
                </c:pt>
                <c:pt idx="365">
                  <c:v>4.6832230958026543E-5</c:v>
                </c:pt>
                <c:pt idx="366">
                  <c:v>1.7079329423020924E-6</c:v>
                </c:pt>
                <c:pt idx="367">
                  <c:v>1.7079329423020924E-6</c:v>
                </c:pt>
                <c:pt idx="368">
                  <c:v>1.7079329423020924E-6</c:v>
                </c:pt>
                <c:pt idx="369">
                  <c:v>3.2559590665169104E-5</c:v>
                </c:pt>
                <c:pt idx="370">
                  <c:v>3.3909480427638422E-4</c:v>
                </c:pt>
                <c:pt idx="371">
                  <c:v>4.3458546528557765E-5</c:v>
                </c:pt>
                <c:pt idx="372">
                  <c:v>2.8236615499812809E-4</c:v>
                </c:pt>
                <c:pt idx="373">
                  <c:v>3.1216772744290531E-4</c:v>
                </c:pt>
                <c:pt idx="374">
                  <c:v>3.5303465202379467E-4</c:v>
                </c:pt>
                <c:pt idx="375">
                  <c:v>4.6969507883023423E-4</c:v>
                </c:pt>
                <c:pt idx="376">
                  <c:v>1.2893215191979701E-4</c:v>
                </c:pt>
                <c:pt idx="377">
                  <c:v>2.7942926078455843E-4</c:v>
                </c:pt>
                <c:pt idx="378">
                  <c:v>2.656433295894172E-4</c:v>
                </c:pt>
                <c:pt idx="379">
                  <c:v>2.656433295894172E-4</c:v>
                </c:pt>
                <c:pt idx="380">
                  <c:v>7.233661965971962E-5</c:v>
                </c:pt>
                <c:pt idx="381">
                  <c:v>7.233661965971962E-5</c:v>
                </c:pt>
                <c:pt idx="382">
                  <c:v>1.3302550022879488E-4</c:v>
                </c:pt>
                <c:pt idx="383">
                  <c:v>2.495028911352386E-4</c:v>
                </c:pt>
                <c:pt idx="384">
                  <c:v>2.495028911352386E-4</c:v>
                </c:pt>
                <c:pt idx="385">
                  <c:v>2.495028911352386E-4</c:v>
                </c:pt>
                <c:pt idx="386">
                  <c:v>4.3733100378551525E-4</c:v>
                </c:pt>
                <c:pt idx="387">
                  <c:v>9.3348308997878447E-5</c:v>
                </c:pt>
                <c:pt idx="388">
                  <c:v>9.3348308997878447E-5</c:v>
                </c:pt>
                <c:pt idx="389">
                  <c:v>9.3348308997878447E-5</c:v>
                </c:pt>
                <c:pt idx="390">
                  <c:v>9.3348308997878447E-5</c:v>
                </c:pt>
                <c:pt idx="391">
                  <c:v>9.3348308997878447E-5</c:v>
                </c:pt>
                <c:pt idx="392">
                  <c:v>9.3348308997878447E-5</c:v>
                </c:pt>
                <c:pt idx="393">
                  <c:v>9.3348308997878447E-5</c:v>
                </c:pt>
                <c:pt idx="394">
                  <c:v>9.9933441490910609E-5</c:v>
                </c:pt>
                <c:pt idx="395">
                  <c:v>7.8393443986854699E-4</c:v>
                </c:pt>
                <c:pt idx="396">
                  <c:v>2.8466658346853031E-4</c:v>
                </c:pt>
                <c:pt idx="397">
                  <c:v>4.8017804401181411E-5</c:v>
                </c:pt>
                <c:pt idx="398">
                  <c:v>4.8017804401181411E-5</c:v>
                </c:pt>
                <c:pt idx="399">
                  <c:v>4.8017804401181411E-5</c:v>
                </c:pt>
                <c:pt idx="400">
                  <c:v>1.0571987187487001E-4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3DE-4FEA-85D8-262164D9ECD5}"/>
            </c:ext>
          </c:extLst>
        </c:ser>
        <c:ser>
          <c:idx val="1"/>
          <c:order val="1"/>
          <c:tx>
            <c:v>IVL-3-2-P3</c:v>
          </c:tx>
          <c:spPr>
            <a:ln w="38100" cap="rnd" cmpd="sng" algn="ctr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汇总!$JF$2:$JF$1000</c:f>
              <c:numCache>
                <c:formatCode>General</c:formatCode>
                <c:ptCount val="999"/>
                <c:pt idx="0">
                  <c:v>380</c:v>
                </c:pt>
                <c:pt idx="1">
                  <c:v>381</c:v>
                </c:pt>
                <c:pt idx="2">
                  <c:v>382</c:v>
                </c:pt>
                <c:pt idx="3">
                  <c:v>383</c:v>
                </c:pt>
                <c:pt idx="4">
                  <c:v>384</c:v>
                </c:pt>
                <c:pt idx="5">
                  <c:v>385</c:v>
                </c:pt>
                <c:pt idx="6">
                  <c:v>386</c:v>
                </c:pt>
                <c:pt idx="7">
                  <c:v>387</c:v>
                </c:pt>
                <c:pt idx="8">
                  <c:v>388</c:v>
                </c:pt>
                <c:pt idx="9">
                  <c:v>389</c:v>
                </c:pt>
                <c:pt idx="10">
                  <c:v>390</c:v>
                </c:pt>
                <c:pt idx="11">
                  <c:v>391</c:v>
                </c:pt>
                <c:pt idx="12">
                  <c:v>392</c:v>
                </c:pt>
                <c:pt idx="13">
                  <c:v>393</c:v>
                </c:pt>
                <c:pt idx="14">
                  <c:v>394</c:v>
                </c:pt>
                <c:pt idx="15">
                  <c:v>395</c:v>
                </c:pt>
                <c:pt idx="16">
                  <c:v>396</c:v>
                </c:pt>
                <c:pt idx="17">
                  <c:v>397</c:v>
                </c:pt>
                <c:pt idx="18">
                  <c:v>398</c:v>
                </c:pt>
                <c:pt idx="19">
                  <c:v>399</c:v>
                </c:pt>
                <c:pt idx="20">
                  <c:v>400</c:v>
                </c:pt>
                <c:pt idx="21">
                  <c:v>401</c:v>
                </c:pt>
                <c:pt idx="22">
                  <c:v>402</c:v>
                </c:pt>
                <c:pt idx="23">
                  <c:v>403</c:v>
                </c:pt>
                <c:pt idx="24">
                  <c:v>404</c:v>
                </c:pt>
                <c:pt idx="25">
                  <c:v>405</c:v>
                </c:pt>
                <c:pt idx="26">
                  <c:v>406</c:v>
                </c:pt>
                <c:pt idx="27">
                  <c:v>407</c:v>
                </c:pt>
                <c:pt idx="28">
                  <c:v>408</c:v>
                </c:pt>
                <c:pt idx="29">
                  <c:v>409</c:v>
                </c:pt>
                <c:pt idx="30">
                  <c:v>410</c:v>
                </c:pt>
                <c:pt idx="31">
                  <c:v>411</c:v>
                </c:pt>
                <c:pt idx="32">
                  <c:v>412</c:v>
                </c:pt>
                <c:pt idx="33">
                  <c:v>413</c:v>
                </c:pt>
                <c:pt idx="34">
                  <c:v>414</c:v>
                </c:pt>
                <c:pt idx="35">
                  <c:v>415</c:v>
                </c:pt>
                <c:pt idx="36">
                  <c:v>416</c:v>
                </c:pt>
                <c:pt idx="37">
                  <c:v>417</c:v>
                </c:pt>
                <c:pt idx="38">
                  <c:v>418</c:v>
                </c:pt>
                <c:pt idx="39">
                  <c:v>419</c:v>
                </c:pt>
                <c:pt idx="40">
                  <c:v>420</c:v>
                </c:pt>
                <c:pt idx="41">
                  <c:v>421</c:v>
                </c:pt>
                <c:pt idx="42">
                  <c:v>422</c:v>
                </c:pt>
                <c:pt idx="43">
                  <c:v>423</c:v>
                </c:pt>
                <c:pt idx="44">
                  <c:v>424</c:v>
                </c:pt>
                <c:pt idx="45">
                  <c:v>425</c:v>
                </c:pt>
                <c:pt idx="46">
                  <c:v>426</c:v>
                </c:pt>
                <c:pt idx="47">
                  <c:v>427</c:v>
                </c:pt>
                <c:pt idx="48">
                  <c:v>428</c:v>
                </c:pt>
                <c:pt idx="49">
                  <c:v>429</c:v>
                </c:pt>
                <c:pt idx="50">
                  <c:v>430</c:v>
                </c:pt>
                <c:pt idx="51">
                  <c:v>431</c:v>
                </c:pt>
                <c:pt idx="52">
                  <c:v>432</c:v>
                </c:pt>
                <c:pt idx="53">
                  <c:v>433</c:v>
                </c:pt>
                <c:pt idx="54">
                  <c:v>434</c:v>
                </c:pt>
                <c:pt idx="55">
                  <c:v>435</c:v>
                </c:pt>
                <c:pt idx="56">
                  <c:v>436</c:v>
                </c:pt>
                <c:pt idx="57">
                  <c:v>437</c:v>
                </c:pt>
                <c:pt idx="58">
                  <c:v>438</c:v>
                </c:pt>
                <c:pt idx="59">
                  <c:v>439</c:v>
                </c:pt>
                <c:pt idx="60">
                  <c:v>440</c:v>
                </c:pt>
                <c:pt idx="61">
                  <c:v>441</c:v>
                </c:pt>
                <c:pt idx="62">
                  <c:v>442</c:v>
                </c:pt>
                <c:pt idx="63">
                  <c:v>443</c:v>
                </c:pt>
                <c:pt idx="64">
                  <c:v>444</c:v>
                </c:pt>
                <c:pt idx="65">
                  <c:v>445</c:v>
                </c:pt>
                <c:pt idx="66">
                  <c:v>446</c:v>
                </c:pt>
                <c:pt idx="67">
                  <c:v>447</c:v>
                </c:pt>
                <c:pt idx="68">
                  <c:v>448</c:v>
                </c:pt>
                <c:pt idx="69">
                  <c:v>449</c:v>
                </c:pt>
                <c:pt idx="70">
                  <c:v>450</c:v>
                </c:pt>
                <c:pt idx="71">
                  <c:v>451</c:v>
                </c:pt>
                <c:pt idx="72">
                  <c:v>452</c:v>
                </c:pt>
                <c:pt idx="73">
                  <c:v>453</c:v>
                </c:pt>
                <c:pt idx="74">
                  <c:v>454</c:v>
                </c:pt>
                <c:pt idx="75">
                  <c:v>455</c:v>
                </c:pt>
                <c:pt idx="76">
                  <c:v>456</c:v>
                </c:pt>
                <c:pt idx="77">
                  <c:v>457</c:v>
                </c:pt>
                <c:pt idx="78">
                  <c:v>458</c:v>
                </c:pt>
                <c:pt idx="79">
                  <c:v>459</c:v>
                </c:pt>
                <c:pt idx="80">
                  <c:v>460</c:v>
                </c:pt>
                <c:pt idx="81">
                  <c:v>461</c:v>
                </c:pt>
                <c:pt idx="82">
                  <c:v>462</c:v>
                </c:pt>
                <c:pt idx="83">
                  <c:v>463</c:v>
                </c:pt>
                <c:pt idx="84">
                  <c:v>464</c:v>
                </c:pt>
                <c:pt idx="85">
                  <c:v>465</c:v>
                </c:pt>
                <c:pt idx="86">
                  <c:v>466</c:v>
                </c:pt>
                <c:pt idx="87">
                  <c:v>467</c:v>
                </c:pt>
                <c:pt idx="88">
                  <c:v>468</c:v>
                </c:pt>
                <c:pt idx="89">
                  <c:v>469</c:v>
                </c:pt>
                <c:pt idx="90">
                  <c:v>470</c:v>
                </c:pt>
                <c:pt idx="91">
                  <c:v>471</c:v>
                </c:pt>
                <c:pt idx="92">
                  <c:v>472</c:v>
                </c:pt>
                <c:pt idx="93">
                  <c:v>473</c:v>
                </c:pt>
                <c:pt idx="94">
                  <c:v>474</c:v>
                </c:pt>
                <c:pt idx="95">
                  <c:v>475</c:v>
                </c:pt>
                <c:pt idx="96">
                  <c:v>476</c:v>
                </c:pt>
                <c:pt idx="97">
                  <c:v>477</c:v>
                </c:pt>
                <c:pt idx="98">
                  <c:v>478</c:v>
                </c:pt>
                <c:pt idx="99">
                  <c:v>479</c:v>
                </c:pt>
                <c:pt idx="100">
                  <c:v>480</c:v>
                </c:pt>
                <c:pt idx="101">
                  <c:v>481</c:v>
                </c:pt>
                <c:pt idx="102">
                  <c:v>482</c:v>
                </c:pt>
                <c:pt idx="103">
                  <c:v>483</c:v>
                </c:pt>
                <c:pt idx="104">
                  <c:v>484</c:v>
                </c:pt>
                <c:pt idx="105">
                  <c:v>485</c:v>
                </c:pt>
                <c:pt idx="106">
                  <c:v>486</c:v>
                </c:pt>
                <c:pt idx="107">
                  <c:v>487</c:v>
                </c:pt>
                <c:pt idx="108">
                  <c:v>488</c:v>
                </c:pt>
                <c:pt idx="109">
                  <c:v>489</c:v>
                </c:pt>
                <c:pt idx="110">
                  <c:v>490</c:v>
                </c:pt>
                <c:pt idx="111">
                  <c:v>491</c:v>
                </c:pt>
                <c:pt idx="112">
                  <c:v>492</c:v>
                </c:pt>
                <c:pt idx="113">
                  <c:v>493</c:v>
                </c:pt>
                <c:pt idx="114">
                  <c:v>494</c:v>
                </c:pt>
                <c:pt idx="115">
                  <c:v>495</c:v>
                </c:pt>
                <c:pt idx="116">
                  <c:v>496</c:v>
                </c:pt>
                <c:pt idx="117">
                  <c:v>497</c:v>
                </c:pt>
                <c:pt idx="118">
                  <c:v>498</c:v>
                </c:pt>
                <c:pt idx="119">
                  <c:v>499</c:v>
                </c:pt>
                <c:pt idx="120">
                  <c:v>500</c:v>
                </c:pt>
                <c:pt idx="121">
                  <c:v>501</c:v>
                </c:pt>
                <c:pt idx="122">
                  <c:v>502</c:v>
                </c:pt>
                <c:pt idx="123">
                  <c:v>503</c:v>
                </c:pt>
                <c:pt idx="124">
                  <c:v>504</c:v>
                </c:pt>
                <c:pt idx="125">
                  <c:v>505</c:v>
                </c:pt>
                <c:pt idx="126">
                  <c:v>506</c:v>
                </c:pt>
                <c:pt idx="127">
                  <c:v>507</c:v>
                </c:pt>
                <c:pt idx="128">
                  <c:v>508</c:v>
                </c:pt>
                <c:pt idx="129">
                  <c:v>509</c:v>
                </c:pt>
                <c:pt idx="130">
                  <c:v>510</c:v>
                </c:pt>
                <c:pt idx="131">
                  <c:v>511</c:v>
                </c:pt>
                <c:pt idx="132">
                  <c:v>512</c:v>
                </c:pt>
                <c:pt idx="133">
                  <c:v>513</c:v>
                </c:pt>
                <c:pt idx="134">
                  <c:v>514</c:v>
                </c:pt>
                <c:pt idx="135">
                  <c:v>515</c:v>
                </c:pt>
                <c:pt idx="136">
                  <c:v>516</c:v>
                </c:pt>
                <c:pt idx="137">
                  <c:v>517</c:v>
                </c:pt>
                <c:pt idx="138">
                  <c:v>518</c:v>
                </c:pt>
                <c:pt idx="139">
                  <c:v>519</c:v>
                </c:pt>
                <c:pt idx="140">
                  <c:v>520</c:v>
                </c:pt>
                <c:pt idx="141">
                  <c:v>521</c:v>
                </c:pt>
                <c:pt idx="142">
                  <c:v>522</c:v>
                </c:pt>
                <c:pt idx="143">
                  <c:v>523</c:v>
                </c:pt>
                <c:pt idx="144">
                  <c:v>524</c:v>
                </c:pt>
                <c:pt idx="145">
                  <c:v>525</c:v>
                </c:pt>
                <c:pt idx="146">
                  <c:v>526</c:v>
                </c:pt>
                <c:pt idx="147">
                  <c:v>527</c:v>
                </c:pt>
                <c:pt idx="148">
                  <c:v>528</c:v>
                </c:pt>
                <c:pt idx="149">
                  <c:v>529</c:v>
                </c:pt>
                <c:pt idx="150">
                  <c:v>530</c:v>
                </c:pt>
                <c:pt idx="151">
                  <c:v>531</c:v>
                </c:pt>
                <c:pt idx="152">
                  <c:v>532</c:v>
                </c:pt>
                <c:pt idx="153">
                  <c:v>533</c:v>
                </c:pt>
                <c:pt idx="154">
                  <c:v>534</c:v>
                </c:pt>
                <c:pt idx="155">
                  <c:v>535</c:v>
                </c:pt>
                <c:pt idx="156">
                  <c:v>536</c:v>
                </c:pt>
                <c:pt idx="157">
                  <c:v>537</c:v>
                </c:pt>
                <c:pt idx="158">
                  <c:v>538</c:v>
                </c:pt>
                <c:pt idx="159">
                  <c:v>539</c:v>
                </c:pt>
                <c:pt idx="160">
                  <c:v>540</c:v>
                </c:pt>
                <c:pt idx="161">
                  <c:v>541</c:v>
                </c:pt>
                <c:pt idx="162">
                  <c:v>542</c:v>
                </c:pt>
                <c:pt idx="163">
                  <c:v>543</c:v>
                </c:pt>
                <c:pt idx="164">
                  <c:v>544</c:v>
                </c:pt>
                <c:pt idx="165">
                  <c:v>545</c:v>
                </c:pt>
                <c:pt idx="166">
                  <c:v>546</c:v>
                </c:pt>
                <c:pt idx="167">
                  <c:v>547</c:v>
                </c:pt>
                <c:pt idx="168">
                  <c:v>548</c:v>
                </c:pt>
                <c:pt idx="169">
                  <c:v>549</c:v>
                </c:pt>
                <c:pt idx="170">
                  <c:v>550</c:v>
                </c:pt>
                <c:pt idx="171">
                  <c:v>551</c:v>
                </c:pt>
                <c:pt idx="172">
                  <c:v>552</c:v>
                </c:pt>
                <c:pt idx="173">
                  <c:v>553</c:v>
                </c:pt>
                <c:pt idx="174">
                  <c:v>554</c:v>
                </c:pt>
                <c:pt idx="175">
                  <c:v>555</c:v>
                </c:pt>
                <c:pt idx="176">
                  <c:v>556</c:v>
                </c:pt>
                <c:pt idx="177">
                  <c:v>557</c:v>
                </c:pt>
                <c:pt idx="178">
                  <c:v>558</c:v>
                </c:pt>
                <c:pt idx="179">
                  <c:v>559</c:v>
                </c:pt>
                <c:pt idx="180">
                  <c:v>560</c:v>
                </c:pt>
                <c:pt idx="181">
                  <c:v>561</c:v>
                </c:pt>
                <c:pt idx="182">
                  <c:v>562</c:v>
                </c:pt>
                <c:pt idx="183">
                  <c:v>563</c:v>
                </c:pt>
                <c:pt idx="184">
                  <c:v>564</c:v>
                </c:pt>
                <c:pt idx="185">
                  <c:v>565</c:v>
                </c:pt>
                <c:pt idx="186">
                  <c:v>566</c:v>
                </c:pt>
                <c:pt idx="187">
                  <c:v>567</c:v>
                </c:pt>
                <c:pt idx="188">
                  <c:v>568</c:v>
                </c:pt>
                <c:pt idx="189">
                  <c:v>569</c:v>
                </c:pt>
                <c:pt idx="190">
                  <c:v>570</c:v>
                </c:pt>
                <c:pt idx="191">
                  <c:v>571</c:v>
                </c:pt>
                <c:pt idx="192">
                  <c:v>572</c:v>
                </c:pt>
                <c:pt idx="193">
                  <c:v>573</c:v>
                </c:pt>
                <c:pt idx="194">
                  <c:v>574</c:v>
                </c:pt>
                <c:pt idx="195">
                  <c:v>575</c:v>
                </c:pt>
                <c:pt idx="196">
                  <c:v>576</c:v>
                </c:pt>
                <c:pt idx="197">
                  <c:v>577</c:v>
                </c:pt>
                <c:pt idx="198">
                  <c:v>578</c:v>
                </c:pt>
                <c:pt idx="199">
                  <c:v>579</c:v>
                </c:pt>
                <c:pt idx="200">
                  <c:v>580</c:v>
                </c:pt>
                <c:pt idx="201">
                  <c:v>581</c:v>
                </c:pt>
                <c:pt idx="202">
                  <c:v>582</c:v>
                </c:pt>
                <c:pt idx="203">
                  <c:v>583</c:v>
                </c:pt>
                <c:pt idx="204">
                  <c:v>584</c:v>
                </c:pt>
                <c:pt idx="205">
                  <c:v>585</c:v>
                </c:pt>
                <c:pt idx="206">
                  <c:v>586</c:v>
                </c:pt>
                <c:pt idx="207">
                  <c:v>587</c:v>
                </c:pt>
                <c:pt idx="208">
                  <c:v>588</c:v>
                </c:pt>
                <c:pt idx="209">
                  <c:v>589</c:v>
                </c:pt>
                <c:pt idx="210">
                  <c:v>590</c:v>
                </c:pt>
                <c:pt idx="211">
                  <c:v>591</c:v>
                </c:pt>
                <c:pt idx="212">
                  <c:v>592</c:v>
                </c:pt>
                <c:pt idx="213">
                  <c:v>593</c:v>
                </c:pt>
                <c:pt idx="214">
                  <c:v>594</c:v>
                </c:pt>
                <c:pt idx="215">
                  <c:v>595</c:v>
                </c:pt>
                <c:pt idx="216">
                  <c:v>596</c:v>
                </c:pt>
                <c:pt idx="217">
                  <c:v>597</c:v>
                </c:pt>
                <c:pt idx="218">
                  <c:v>598</c:v>
                </c:pt>
                <c:pt idx="219">
                  <c:v>599</c:v>
                </c:pt>
                <c:pt idx="220">
                  <c:v>600</c:v>
                </c:pt>
                <c:pt idx="221">
                  <c:v>601</c:v>
                </c:pt>
                <c:pt idx="222">
                  <c:v>602</c:v>
                </c:pt>
                <c:pt idx="223">
                  <c:v>603</c:v>
                </c:pt>
                <c:pt idx="224">
                  <c:v>604</c:v>
                </c:pt>
                <c:pt idx="225">
                  <c:v>605</c:v>
                </c:pt>
                <c:pt idx="226">
                  <c:v>606</c:v>
                </c:pt>
                <c:pt idx="227">
                  <c:v>607</c:v>
                </c:pt>
                <c:pt idx="228">
                  <c:v>608</c:v>
                </c:pt>
                <c:pt idx="229">
                  <c:v>609</c:v>
                </c:pt>
                <c:pt idx="230">
                  <c:v>610</c:v>
                </c:pt>
                <c:pt idx="231">
                  <c:v>611</c:v>
                </c:pt>
                <c:pt idx="232">
                  <c:v>612</c:v>
                </c:pt>
                <c:pt idx="233">
                  <c:v>613</c:v>
                </c:pt>
                <c:pt idx="234">
                  <c:v>614</c:v>
                </c:pt>
                <c:pt idx="235">
                  <c:v>615</c:v>
                </c:pt>
                <c:pt idx="236">
                  <c:v>616</c:v>
                </c:pt>
                <c:pt idx="237">
                  <c:v>617</c:v>
                </c:pt>
                <c:pt idx="238">
                  <c:v>618</c:v>
                </c:pt>
                <c:pt idx="239">
                  <c:v>619</c:v>
                </c:pt>
                <c:pt idx="240">
                  <c:v>620</c:v>
                </c:pt>
                <c:pt idx="241">
                  <c:v>621</c:v>
                </c:pt>
                <c:pt idx="242">
                  <c:v>622</c:v>
                </c:pt>
                <c:pt idx="243">
                  <c:v>623</c:v>
                </c:pt>
                <c:pt idx="244">
                  <c:v>624</c:v>
                </c:pt>
                <c:pt idx="245">
                  <c:v>625</c:v>
                </c:pt>
                <c:pt idx="246">
                  <c:v>626</c:v>
                </c:pt>
                <c:pt idx="247">
                  <c:v>627</c:v>
                </c:pt>
                <c:pt idx="248">
                  <c:v>628</c:v>
                </c:pt>
                <c:pt idx="249">
                  <c:v>629</c:v>
                </c:pt>
                <c:pt idx="250">
                  <c:v>630</c:v>
                </c:pt>
                <c:pt idx="251">
                  <c:v>631</c:v>
                </c:pt>
                <c:pt idx="252">
                  <c:v>632</c:v>
                </c:pt>
                <c:pt idx="253">
                  <c:v>633</c:v>
                </c:pt>
                <c:pt idx="254">
                  <c:v>634</c:v>
                </c:pt>
                <c:pt idx="255">
                  <c:v>635</c:v>
                </c:pt>
                <c:pt idx="256">
                  <c:v>636</c:v>
                </c:pt>
                <c:pt idx="257">
                  <c:v>637</c:v>
                </c:pt>
                <c:pt idx="258">
                  <c:v>638</c:v>
                </c:pt>
                <c:pt idx="259">
                  <c:v>639</c:v>
                </c:pt>
                <c:pt idx="260">
                  <c:v>640</c:v>
                </c:pt>
                <c:pt idx="261">
                  <c:v>641</c:v>
                </c:pt>
                <c:pt idx="262">
                  <c:v>642</c:v>
                </c:pt>
                <c:pt idx="263">
                  <c:v>643</c:v>
                </c:pt>
                <c:pt idx="264">
                  <c:v>644</c:v>
                </c:pt>
                <c:pt idx="265">
                  <c:v>645</c:v>
                </c:pt>
                <c:pt idx="266">
                  <c:v>646</c:v>
                </c:pt>
                <c:pt idx="267">
                  <c:v>647</c:v>
                </c:pt>
                <c:pt idx="268">
                  <c:v>648</c:v>
                </c:pt>
                <c:pt idx="269">
                  <c:v>649</c:v>
                </c:pt>
                <c:pt idx="270">
                  <c:v>650</c:v>
                </c:pt>
                <c:pt idx="271">
                  <c:v>651</c:v>
                </c:pt>
                <c:pt idx="272">
                  <c:v>652</c:v>
                </c:pt>
                <c:pt idx="273">
                  <c:v>653</c:v>
                </c:pt>
                <c:pt idx="274">
                  <c:v>654</c:v>
                </c:pt>
                <c:pt idx="275">
                  <c:v>655</c:v>
                </c:pt>
                <c:pt idx="276">
                  <c:v>656</c:v>
                </c:pt>
                <c:pt idx="277">
                  <c:v>657</c:v>
                </c:pt>
                <c:pt idx="278">
                  <c:v>658</c:v>
                </c:pt>
                <c:pt idx="279">
                  <c:v>659</c:v>
                </c:pt>
                <c:pt idx="280">
                  <c:v>660</c:v>
                </c:pt>
                <c:pt idx="281">
                  <c:v>661</c:v>
                </c:pt>
                <c:pt idx="282">
                  <c:v>662</c:v>
                </c:pt>
                <c:pt idx="283">
                  <c:v>663</c:v>
                </c:pt>
                <c:pt idx="284">
                  <c:v>664</c:v>
                </c:pt>
                <c:pt idx="285">
                  <c:v>665</c:v>
                </c:pt>
                <c:pt idx="286">
                  <c:v>666</c:v>
                </c:pt>
                <c:pt idx="287">
                  <c:v>667</c:v>
                </c:pt>
                <c:pt idx="288">
                  <c:v>668</c:v>
                </c:pt>
                <c:pt idx="289">
                  <c:v>669</c:v>
                </c:pt>
                <c:pt idx="290">
                  <c:v>670</c:v>
                </c:pt>
                <c:pt idx="291">
                  <c:v>671</c:v>
                </c:pt>
                <c:pt idx="292">
                  <c:v>672</c:v>
                </c:pt>
                <c:pt idx="293">
                  <c:v>673</c:v>
                </c:pt>
                <c:pt idx="294">
                  <c:v>674</c:v>
                </c:pt>
                <c:pt idx="295">
                  <c:v>675</c:v>
                </c:pt>
                <c:pt idx="296">
                  <c:v>676</c:v>
                </c:pt>
                <c:pt idx="297">
                  <c:v>677</c:v>
                </c:pt>
                <c:pt idx="298">
                  <c:v>678</c:v>
                </c:pt>
                <c:pt idx="299">
                  <c:v>679</c:v>
                </c:pt>
                <c:pt idx="300">
                  <c:v>680</c:v>
                </c:pt>
                <c:pt idx="301">
                  <c:v>681</c:v>
                </c:pt>
                <c:pt idx="302">
                  <c:v>682</c:v>
                </c:pt>
                <c:pt idx="303">
                  <c:v>683</c:v>
                </c:pt>
                <c:pt idx="304">
                  <c:v>684</c:v>
                </c:pt>
                <c:pt idx="305">
                  <c:v>685</c:v>
                </c:pt>
                <c:pt idx="306">
                  <c:v>686</c:v>
                </c:pt>
                <c:pt idx="307">
                  <c:v>687</c:v>
                </c:pt>
                <c:pt idx="308">
                  <c:v>688</c:v>
                </c:pt>
                <c:pt idx="309">
                  <c:v>689</c:v>
                </c:pt>
                <c:pt idx="310">
                  <c:v>690</c:v>
                </c:pt>
                <c:pt idx="311">
                  <c:v>691</c:v>
                </c:pt>
                <c:pt idx="312">
                  <c:v>692</c:v>
                </c:pt>
                <c:pt idx="313">
                  <c:v>693</c:v>
                </c:pt>
                <c:pt idx="314">
                  <c:v>694</c:v>
                </c:pt>
                <c:pt idx="315">
                  <c:v>695</c:v>
                </c:pt>
                <c:pt idx="316">
                  <c:v>696</c:v>
                </c:pt>
                <c:pt idx="317">
                  <c:v>697</c:v>
                </c:pt>
                <c:pt idx="318">
                  <c:v>698</c:v>
                </c:pt>
                <c:pt idx="319">
                  <c:v>699</c:v>
                </c:pt>
                <c:pt idx="320">
                  <c:v>700</c:v>
                </c:pt>
                <c:pt idx="321">
                  <c:v>701</c:v>
                </c:pt>
                <c:pt idx="322">
                  <c:v>702</c:v>
                </c:pt>
                <c:pt idx="323">
                  <c:v>703</c:v>
                </c:pt>
                <c:pt idx="324">
                  <c:v>704</c:v>
                </c:pt>
                <c:pt idx="325">
                  <c:v>705</c:v>
                </c:pt>
                <c:pt idx="326">
                  <c:v>706</c:v>
                </c:pt>
                <c:pt idx="327">
                  <c:v>707</c:v>
                </c:pt>
                <c:pt idx="328">
                  <c:v>708</c:v>
                </c:pt>
                <c:pt idx="329">
                  <c:v>709</c:v>
                </c:pt>
                <c:pt idx="330">
                  <c:v>710</c:v>
                </c:pt>
                <c:pt idx="331">
                  <c:v>711</c:v>
                </c:pt>
                <c:pt idx="332">
                  <c:v>712</c:v>
                </c:pt>
                <c:pt idx="333">
                  <c:v>713</c:v>
                </c:pt>
                <c:pt idx="334">
                  <c:v>714</c:v>
                </c:pt>
                <c:pt idx="335">
                  <c:v>715</c:v>
                </c:pt>
                <c:pt idx="336">
                  <c:v>716</c:v>
                </c:pt>
                <c:pt idx="337">
                  <c:v>717</c:v>
                </c:pt>
                <c:pt idx="338">
                  <c:v>718</c:v>
                </c:pt>
                <c:pt idx="339">
                  <c:v>719</c:v>
                </c:pt>
                <c:pt idx="340">
                  <c:v>720</c:v>
                </c:pt>
                <c:pt idx="341">
                  <c:v>721</c:v>
                </c:pt>
                <c:pt idx="342">
                  <c:v>722</c:v>
                </c:pt>
                <c:pt idx="343">
                  <c:v>723</c:v>
                </c:pt>
                <c:pt idx="344">
                  <c:v>724</c:v>
                </c:pt>
                <c:pt idx="345">
                  <c:v>725</c:v>
                </c:pt>
                <c:pt idx="346">
                  <c:v>726</c:v>
                </c:pt>
                <c:pt idx="347">
                  <c:v>727</c:v>
                </c:pt>
                <c:pt idx="348">
                  <c:v>728</c:v>
                </c:pt>
                <c:pt idx="349">
                  <c:v>729</c:v>
                </c:pt>
                <c:pt idx="350">
                  <c:v>730</c:v>
                </c:pt>
                <c:pt idx="351">
                  <c:v>731</c:v>
                </c:pt>
                <c:pt idx="352">
                  <c:v>732</c:v>
                </c:pt>
                <c:pt idx="353">
                  <c:v>733</c:v>
                </c:pt>
                <c:pt idx="354">
                  <c:v>734</c:v>
                </c:pt>
                <c:pt idx="355">
                  <c:v>735</c:v>
                </c:pt>
                <c:pt idx="356">
                  <c:v>736</c:v>
                </c:pt>
                <c:pt idx="357">
                  <c:v>737</c:v>
                </c:pt>
                <c:pt idx="358">
                  <c:v>738</c:v>
                </c:pt>
                <c:pt idx="359">
                  <c:v>739</c:v>
                </c:pt>
                <c:pt idx="360">
                  <c:v>740</c:v>
                </c:pt>
                <c:pt idx="361">
                  <c:v>741</c:v>
                </c:pt>
                <c:pt idx="362">
                  <c:v>742</c:v>
                </c:pt>
                <c:pt idx="363">
                  <c:v>743</c:v>
                </c:pt>
                <c:pt idx="364">
                  <c:v>744</c:v>
                </c:pt>
                <c:pt idx="365">
                  <c:v>745</c:v>
                </c:pt>
                <c:pt idx="366">
                  <c:v>746</c:v>
                </c:pt>
                <c:pt idx="367">
                  <c:v>747</c:v>
                </c:pt>
                <c:pt idx="368">
                  <c:v>748</c:v>
                </c:pt>
                <c:pt idx="369">
                  <c:v>749</c:v>
                </c:pt>
                <c:pt idx="370">
                  <c:v>750</c:v>
                </c:pt>
                <c:pt idx="371">
                  <c:v>751</c:v>
                </c:pt>
                <c:pt idx="372">
                  <c:v>752</c:v>
                </c:pt>
                <c:pt idx="373">
                  <c:v>753</c:v>
                </c:pt>
                <c:pt idx="374">
                  <c:v>754</c:v>
                </c:pt>
                <c:pt idx="375">
                  <c:v>755</c:v>
                </c:pt>
                <c:pt idx="376">
                  <c:v>756</c:v>
                </c:pt>
                <c:pt idx="377">
                  <c:v>757</c:v>
                </c:pt>
                <c:pt idx="378">
                  <c:v>758</c:v>
                </c:pt>
                <c:pt idx="379">
                  <c:v>759</c:v>
                </c:pt>
                <c:pt idx="380">
                  <c:v>760</c:v>
                </c:pt>
                <c:pt idx="381">
                  <c:v>761</c:v>
                </c:pt>
                <c:pt idx="382">
                  <c:v>762</c:v>
                </c:pt>
                <c:pt idx="383">
                  <c:v>763</c:v>
                </c:pt>
                <c:pt idx="384">
                  <c:v>764</c:v>
                </c:pt>
                <c:pt idx="385">
                  <c:v>765</c:v>
                </c:pt>
                <c:pt idx="386">
                  <c:v>766</c:v>
                </c:pt>
                <c:pt idx="387">
                  <c:v>767</c:v>
                </c:pt>
                <c:pt idx="388">
                  <c:v>768</c:v>
                </c:pt>
                <c:pt idx="389">
                  <c:v>769</c:v>
                </c:pt>
                <c:pt idx="390">
                  <c:v>770</c:v>
                </c:pt>
                <c:pt idx="391">
                  <c:v>771</c:v>
                </c:pt>
                <c:pt idx="392">
                  <c:v>772</c:v>
                </c:pt>
                <c:pt idx="393">
                  <c:v>773</c:v>
                </c:pt>
                <c:pt idx="394">
                  <c:v>774</c:v>
                </c:pt>
                <c:pt idx="395">
                  <c:v>775</c:v>
                </c:pt>
                <c:pt idx="396">
                  <c:v>776</c:v>
                </c:pt>
                <c:pt idx="397">
                  <c:v>777</c:v>
                </c:pt>
                <c:pt idx="398">
                  <c:v>778</c:v>
                </c:pt>
                <c:pt idx="399">
                  <c:v>779</c:v>
                </c:pt>
                <c:pt idx="400">
                  <c:v>780</c:v>
                </c:pt>
              </c:numCache>
            </c:numRef>
          </c:xVal>
          <c:yVal>
            <c:numRef>
              <c:f>汇总!$JG$2:$JG$1000</c:f>
              <c:numCache>
                <c:formatCode>General</c:formatCode>
                <c:ptCount val="999"/>
                <c:pt idx="0">
                  <c:v>6.1544011544011534E-4</c:v>
                </c:pt>
                <c:pt idx="1">
                  <c:v>6.1544011544011534E-4</c:v>
                </c:pt>
                <c:pt idx="2">
                  <c:v>3.9872408293460925E-4</c:v>
                </c:pt>
                <c:pt idx="3">
                  <c:v>3.9872408293460925E-4</c:v>
                </c:pt>
                <c:pt idx="4">
                  <c:v>3.9872408293460925E-4</c:v>
                </c:pt>
                <c:pt idx="5">
                  <c:v>5.7628920786815521E-4</c:v>
                </c:pt>
                <c:pt idx="6">
                  <c:v>2.4220019746335535E-4</c:v>
                </c:pt>
                <c:pt idx="7">
                  <c:v>2.5599984810511129E-4</c:v>
                </c:pt>
                <c:pt idx="8">
                  <c:v>3.6623756360598463E-4</c:v>
                </c:pt>
                <c:pt idx="9">
                  <c:v>4.2443229285334545E-4</c:v>
                </c:pt>
                <c:pt idx="10">
                  <c:v>1.5625806941596415E-4</c:v>
                </c:pt>
                <c:pt idx="11">
                  <c:v>2.9556846662109817E-4</c:v>
                </c:pt>
                <c:pt idx="12">
                  <c:v>5.6326422115895796E-4</c:v>
                </c:pt>
                <c:pt idx="13">
                  <c:v>9.330903015113541E-4</c:v>
                </c:pt>
                <c:pt idx="14">
                  <c:v>1.8751803751803749E-4</c:v>
                </c:pt>
                <c:pt idx="15">
                  <c:v>4.8405103668261558E-5</c:v>
                </c:pt>
                <c:pt idx="16">
                  <c:v>3.2668033720665294E-4</c:v>
                </c:pt>
                <c:pt idx="17">
                  <c:v>3.6209842788790153E-4</c:v>
                </c:pt>
                <c:pt idx="18">
                  <c:v>3.7027417027417028E-4</c:v>
                </c:pt>
                <c:pt idx="19">
                  <c:v>3.5218728639781265E-4</c:v>
                </c:pt>
                <c:pt idx="20">
                  <c:v>6.1373129794182416E-4</c:v>
                </c:pt>
                <c:pt idx="21">
                  <c:v>5.7871952608794708E-4</c:v>
                </c:pt>
                <c:pt idx="22">
                  <c:v>5.8893445735550996E-4</c:v>
                </c:pt>
                <c:pt idx="23">
                  <c:v>1.3275613275613273E-4</c:v>
                </c:pt>
                <c:pt idx="24">
                  <c:v>5.0011392116655266E-5</c:v>
                </c:pt>
                <c:pt idx="25">
                  <c:v>4.2587529429634688E-4</c:v>
                </c:pt>
                <c:pt idx="26">
                  <c:v>6.4585706690969838E-4</c:v>
                </c:pt>
                <c:pt idx="27">
                  <c:v>4.8822814612288295E-4</c:v>
                </c:pt>
                <c:pt idx="28">
                  <c:v>2.7407913723703195E-4</c:v>
                </c:pt>
                <c:pt idx="29">
                  <c:v>4.3172324751272116E-4</c:v>
                </c:pt>
                <c:pt idx="30">
                  <c:v>3.6975013290802759E-4</c:v>
                </c:pt>
                <c:pt idx="31">
                  <c:v>4.710260499734184E-4</c:v>
                </c:pt>
                <c:pt idx="32">
                  <c:v>4.0950862003493577E-4</c:v>
                </c:pt>
                <c:pt idx="33">
                  <c:v>3.8642059694691269E-4</c:v>
                </c:pt>
                <c:pt idx="34">
                  <c:v>4.3555859345333027E-4</c:v>
                </c:pt>
                <c:pt idx="35">
                  <c:v>7.2647527910685804E-4</c:v>
                </c:pt>
                <c:pt idx="36">
                  <c:v>7.1326042378673949E-4</c:v>
                </c:pt>
                <c:pt idx="37">
                  <c:v>5.9333940912888281E-4</c:v>
                </c:pt>
                <c:pt idx="38">
                  <c:v>4.8572188045872247E-4</c:v>
                </c:pt>
                <c:pt idx="39">
                  <c:v>6.3340168603326493E-4</c:v>
                </c:pt>
                <c:pt idx="40">
                  <c:v>7.042226779068884E-4</c:v>
                </c:pt>
                <c:pt idx="41">
                  <c:v>7.7363864205969469E-4</c:v>
                </c:pt>
                <c:pt idx="42">
                  <c:v>6.8743829270145049E-4</c:v>
                </c:pt>
                <c:pt idx="43">
                  <c:v>4.4467228677754991E-4</c:v>
                </c:pt>
                <c:pt idx="44">
                  <c:v>1.0786815523657627E-3</c:v>
                </c:pt>
                <c:pt idx="45">
                  <c:v>1.1530341004025214E-3</c:v>
                </c:pt>
                <c:pt idx="46">
                  <c:v>1.0740867319814688E-3</c:v>
                </c:pt>
                <c:pt idx="47">
                  <c:v>1.0071770334928228E-3</c:v>
                </c:pt>
                <c:pt idx="48">
                  <c:v>1.276600592390066E-3</c:v>
                </c:pt>
                <c:pt idx="49">
                  <c:v>1.0921242500189867E-3</c:v>
                </c:pt>
                <c:pt idx="50">
                  <c:v>1.2131085288980025E-3</c:v>
                </c:pt>
                <c:pt idx="51">
                  <c:v>1.3056125161388318E-3</c:v>
                </c:pt>
                <c:pt idx="52">
                  <c:v>1.3145363408521302E-3</c:v>
                </c:pt>
                <c:pt idx="53">
                  <c:v>1.5676691729323306E-3</c:v>
                </c:pt>
                <c:pt idx="54">
                  <c:v>1.6697805118857749E-3</c:v>
                </c:pt>
                <c:pt idx="55">
                  <c:v>1.8351940457203614E-3</c:v>
                </c:pt>
                <c:pt idx="56">
                  <c:v>2.0251386040859723E-3</c:v>
                </c:pt>
                <c:pt idx="57">
                  <c:v>2.4397357028935972E-3</c:v>
                </c:pt>
                <c:pt idx="58">
                  <c:v>2.753436621857674E-3</c:v>
                </c:pt>
                <c:pt idx="59">
                  <c:v>3.2236272499430391E-3</c:v>
                </c:pt>
                <c:pt idx="60">
                  <c:v>3.972431077694235E-3</c:v>
                </c:pt>
                <c:pt idx="61">
                  <c:v>5.2331586542112849E-3</c:v>
                </c:pt>
                <c:pt idx="62">
                  <c:v>6.8497000075947436E-3</c:v>
                </c:pt>
                <c:pt idx="63">
                  <c:v>9.2754613807245374E-3</c:v>
                </c:pt>
                <c:pt idx="64">
                  <c:v>1.306865648970912E-2</c:v>
                </c:pt>
                <c:pt idx="65">
                  <c:v>1.8431685273790535E-2</c:v>
                </c:pt>
                <c:pt idx="66">
                  <c:v>2.6585023163970531E-2</c:v>
                </c:pt>
                <c:pt idx="67">
                  <c:v>3.8110427584111789E-2</c:v>
                </c:pt>
                <c:pt idx="68">
                  <c:v>5.4207488418014725E-2</c:v>
                </c:pt>
                <c:pt idx="69">
                  <c:v>7.5749981013138901E-2</c:v>
                </c:pt>
                <c:pt idx="70">
                  <c:v>0.10552897395002657</c:v>
                </c:pt>
                <c:pt idx="71">
                  <c:v>0.14373433583959899</c:v>
                </c:pt>
                <c:pt idx="72">
                  <c:v>0.19072681704260649</c:v>
                </c:pt>
                <c:pt idx="73">
                  <c:v>0.24971519708361811</c:v>
                </c:pt>
                <c:pt idx="74">
                  <c:v>0.32029315713526241</c:v>
                </c:pt>
                <c:pt idx="75">
                  <c:v>0.40483785220627322</c:v>
                </c:pt>
                <c:pt idx="76">
                  <c:v>0.49677223361433881</c:v>
                </c:pt>
                <c:pt idx="77">
                  <c:v>0.59360522518417247</c:v>
                </c:pt>
                <c:pt idx="78">
                  <c:v>0.69260271891850833</c:v>
                </c:pt>
                <c:pt idx="79">
                  <c:v>0.79087871193134351</c:v>
                </c:pt>
                <c:pt idx="80">
                  <c:v>0.87430697957013737</c:v>
                </c:pt>
                <c:pt idx="81">
                  <c:v>0.941178704336599</c:v>
                </c:pt>
                <c:pt idx="82">
                  <c:v>0.98720285562390808</c:v>
                </c:pt>
                <c:pt idx="83">
                  <c:v>1</c:v>
                </c:pt>
                <c:pt idx="84">
                  <c:v>0.98989898989898994</c:v>
                </c:pt>
                <c:pt idx="85">
                  <c:v>0.95184932027037283</c:v>
                </c:pt>
                <c:pt idx="86">
                  <c:v>0.89287612971823493</c:v>
                </c:pt>
                <c:pt idx="87">
                  <c:v>0.80929596719070396</c:v>
                </c:pt>
                <c:pt idx="88">
                  <c:v>0.72104503683451049</c:v>
                </c:pt>
                <c:pt idx="89">
                  <c:v>0.63222450064555324</c:v>
                </c:pt>
                <c:pt idx="90">
                  <c:v>0.54944178628389151</c:v>
                </c:pt>
                <c:pt idx="91">
                  <c:v>0.46912736386420595</c:v>
                </c:pt>
                <c:pt idx="92">
                  <c:v>0.3983063719905825</c:v>
                </c:pt>
                <c:pt idx="93">
                  <c:v>0.33609402293612817</c:v>
                </c:pt>
                <c:pt idx="94">
                  <c:v>0.28275233538391431</c:v>
                </c:pt>
                <c:pt idx="95">
                  <c:v>0.24023695602642969</c:v>
                </c:pt>
                <c:pt idx="96">
                  <c:v>0.20402521455153033</c:v>
                </c:pt>
                <c:pt idx="97">
                  <c:v>0.17538923065238854</c:v>
                </c:pt>
                <c:pt idx="98">
                  <c:v>0.1499544315333789</c:v>
                </c:pt>
                <c:pt idx="99">
                  <c:v>0.12998405103668259</c:v>
                </c:pt>
                <c:pt idx="100">
                  <c:v>0.11285030758714969</c:v>
                </c:pt>
                <c:pt idx="101">
                  <c:v>9.9217741323004469E-2</c:v>
                </c:pt>
                <c:pt idx="102">
                  <c:v>8.7248424090529353E-2</c:v>
                </c:pt>
                <c:pt idx="103">
                  <c:v>7.7379053694843158E-2</c:v>
                </c:pt>
                <c:pt idx="104">
                  <c:v>6.9681780208095997E-2</c:v>
                </c:pt>
                <c:pt idx="105">
                  <c:v>6.1589580010632639E-2</c:v>
                </c:pt>
                <c:pt idx="106">
                  <c:v>5.5266955266955263E-2</c:v>
                </c:pt>
                <c:pt idx="107">
                  <c:v>5.003037897774739E-2</c:v>
                </c:pt>
                <c:pt idx="108">
                  <c:v>4.4634313055365686E-2</c:v>
                </c:pt>
                <c:pt idx="109">
                  <c:v>4.0358471937419302E-2</c:v>
                </c:pt>
                <c:pt idx="110">
                  <c:v>3.6036302878408137E-2</c:v>
                </c:pt>
                <c:pt idx="111">
                  <c:v>3.2693476114528747E-2</c:v>
                </c:pt>
                <c:pt idx="112">
                  <c:v>2.909850383534594E-2</c:v>
                </c:pt>
                <c:pt idx="113">
                  <c:v>2.5955039112933849E-2</c:v>
                </c:pt>
                <c:pt idx="114">
                  <c:v>2.3373205741626792E-2</c:v>
                </c:pt>
                <c:pt idx="115">
                  <c:v>2.0726057568162832E-2</c:v>
                </c:pt>
                <c:pt idx="116">
                  <c:v>1.8340168603326497E-2</c:v>
                </c:pt>
                <c:pt idx="117">
                  <c:v>1.6308574466469203E-2</c:v>
                </c:pt>
                <c:pt idx="118">
                  <c:v>1.4575453785980099E-2</c:v>
                </c:pt>
                <c:pt idx="119">
                  <c:v>1.3007139059770637E-2</c:v>
                </c:pt>
                <c:pt idx="120">
                  <c:v>1.1265664160401001E-2</c:v>
                </c:pt>
                <c:pt idx="121">
                  <c:v>1.0092276144907722E-2</c:v>
                </c:pt>
                <c:pt idx="122">
                  <c:v>8.8512949039264814E-3</c:v>
                </c:pt>
                <c:pt idx="123">
                  <c:v>7.7458798511430083E-3</c:v>
                </c:pt>
                <c:pt idx="124">
                  <c:v>7.0414673046251984E-3</c:v>
                </c:pt>
                <c:pt idx="125">
                  <c:v>6.243639401534138E-3</c:v>
                </c:pt>
                <c:pt idx="126">
                  <c:v>5.4439128123338646E-3</c:v>
                </c:pt>
                <c:pt idx="127">
                  <c:v>4.8515227462595885E-3</c:v>
                </c:pt>
                <c:pt idx="128">
                  <c:v>4.3073593073593066E-3</c:v>
                </c:pt>
                <c:pt idx="129">
                  <c:v>3.7523353839143308E-3</c:v>
                </c:pt>
                <c:pt idx="130">
                  <c:v>3.4812030075187968E-3</c:v>
                </c:pt>
                <c:pt idx="131">
                  <c:v>3.1479835953520164E-3</c:v>
                </c:pt>
                <c:pt idx="132">
                  <c:v>2.8072074124705702E-3</c:v>
                </c:pt>
                <c:pt idx="133">
                  <c:v>2.5265056580846051E-3</c:v>
                </c:pt>
                <c:pt idx="134">
                  <c:v>2.318637502848029E-3</c:v>
                </c:pt>
                <c:pt idx="135">
                  <c:v>2.2862079441026808E-3</c:v>
                </c:pt>
                <c:pt idx="136">
                  <c:v>1.9976076555023922E-3</c:v>
                </c:pt>
                <c:pt idx="137">
                  <c:v>1.7638414217361585E-3</c:v>
                </c:pt>
                <c:pt idx="138">
                  <c:v>1.6079213184476339E-3</c:v>
                </c:pt>
                <c:pt idx="139">
                  <c:v>1.4944938102832838E-3</c:v>
                </c:pt>
                <c:pt idx="140">
                  <c:v>1.3044733044733044E-3</c:v>
                </c:pt>
                <c:pt idx="141">
                  <c:v>1.3280170122275383E-3</c:v>
                </c:pt>
                <c:pt idx="142">
                  <c:v>1.1200729095465936E-3</c:v>
                </c:pt>
                <c:pt idx="143">
                  <c:v>1.0847953216374269E-3</c:v>
                </c:pt>
                <c:pt idx="144">
                  <c:v>1.187666135034556E-3</c:v>
                </c:pt>
                <c:pt idx="145">
                  <c:v>9.9024075339864803E-4</c:v>
                </c:pt>
                <c:pt idx="146">
                  <c:v>7.9441026809447853E-4</c:v>
                </c:pt>
                <c:pt idx="147">
                  <c:v>7.7329687856003638E-4</c:v>
                </c:pt>
                <c:pt idx="148">
                  <c:v>7.1303258145363399E-4</c:v>
                </c:pt>
                <c:pt idx="149">
                  <c:v>6.8189412926255026E-4</c:v>
                </c:pt>
                <c:pt idx="150">
                  <c:v>7.3532315637578794E-4</c:v>
                </c:pt>
                <c:pt idx="151">
                  <c:v>7.0577960051644258E-4</c:v>
                </c:pt>
                <c:pt idx="152">
                  <c:v>6.1692109060530113E-4</c:v>
                </c:pt>
                <c:pt idx="153">
                  <c:v>4.8997493734335832E-4</c:v>
                </c:pt>
                <c:pt idx="154">
                  <c:v>4.5758335232019441E-4</c:v>
                </c:pt>
                <c:pt idx="155">
                  <c:v>5.4165717323612062E-4</c:v>
                </c:pt>
                <c:pt idx="156">
                  <c:v>4.7303865724918358E-4</c:v>
                </c:pt>
                <c:pt idx="157">
                  <c:v>2.8929900508847876E-4</c:v>
                </c:pt>
                <c:pt idx="158">
                  <c:v>4.3814080656185913E-4</c:v>
                </c:pt>
                <c:pt idx="159">
                  <c:v>4.8993696362117413E-4</c:v>
                </c:pt>
                <c:pt idx="160">
                  <c:v>3.5407458039036984E-4</c:v>
                </c:pt>
                <c:pt idx="161">
                  <c:v>3.3197387407913725E-4</c:v>
                </c:pt>
                <c:pt idx="162">
                  <c:v>3.1881218197007667E-4</c:v>
                </c:pt>
                <c:pt idx="163">
                  <c:v>3.7129566340092653E-4</c:v>
                </c:pt>
                <c:pt idx="164">
                  <c:v>3.5459482038429404E-4</c:v>
                </c:pt>
                <c:pt idx="165">
                  <c:v>2.0489101541733122E-4</c:v>
                </c:pt>
                <c:pt idx="166">
                  <c:v>1.7684362421204527E-4</c:v>
                </c:pt>
                <c:pt idx="167">
                  <c:v>2.579668869142553E-4</c:v>
                </c:pt>
                <c:pt idx="168">
                  <c:v>2.807663097136781E-4</c:v>
                </c:pt>
                <c:pt idx="169">
                  <c:v>3.5959595959595959E-4</c:v>
                </c:pt>
                <c:pt idx="170">
                  <c:v>2.8056504898610161E-4</c:v>
                </c:pt>
                <c:pt idx="171">
                  <c:v>1.5470874155084681E-4</c:v>
                </c:pt>
                <c:pt idx="172">
                  <c:v>1.0993012835118097E-4</c:v>
                </c:pt>
                <c:pt idx="173">
                  <c:v>1.906812485759854E-4</c:v>
                </c:pt>
                <c:pt idx="174">
                  <c:v>1.7343738133211817E-4</c:v>
                </c:pt>
                <c:pt idx="175">
                  <c:v>1.2674489253436622E-4</c:v>
                </c:pt>
                <c:pt idx="176">
                  <c:v>1.2311080732133362E-4</c:v>
                </c:pt>
                <c:pt idx="177">
                  <c:v>1.1088326877800562E-4</c:v>
                </c:pt>
                <c:pt idx="178">
                  <c:v>1.3098655730234675E-4</c:v>
                </c:pt>
                <c:pt idx="179">
                  <c:v>8.4973798131692858E-5</c:v>
                </c:pt>
                <c:pt idx="180">
                  <c:v>2.0539986329460013E-4</c:v>
                </c:pt>
                <c:pt idx="181">
                  <c:v>7.7773980405559351E-5</c:v>
                </c:pt>
                <c:pt idx="182">
                  <c:v>1.0940229361281992E-4</c:v>
                </c:pt>
                <c:pt idx="183">
                  <c:v>1.0274550011392115E-4</c:v>
                </c:pt>
                <c:pt idx="184">
                  <c:v>7.8119541277436001E-5</c:v>
                </c:pt>
                <c:pt idx="185">
                  <c:v>1.429444824181666E-4</c:v>
                </c:pt>
                <c:pt idx="186">
                  <c:v>8.4711779448621555E-5</c:v>
                </c:pt>
                <c:pt idx="187">
                  <c:v>7.3657628920786817E-5</c:v>
                </c:pt>
                <c:pt idx="188">
                  <c:v>8.0766309713678131E-5</c:v>
                </c:pt>
                <c:pt idx="189">
                  <c:v>8.6075036075036071E-5</c:v>
                </c:pt>
                <c:pt idx="190">
                  <c:v>1.0347079820764031E-4</c:v>
                </c:pt>
                <c:pt idx="191">
                  <c:v>9.5720361509835195E-5</c:v>
                </c:pt>
                <c:pt idx="192">
                  <c:v>1.2901951849320271E-4</c:v>
                </c:pt>
                <c:pt idx="193">
                  <c:v>8.0257461836409204E-5</c:v>
                </c:pt>
                <c:pt idx="194">
                  <c:v>9.017619807093491E-5</c:v>
                </c:pt>
                <c:pt idx="195">
                  <c:v>8.2201716412242729E-5</c:v>
                </c:pt>
                <c:pt idx="196">
                  <c:v>1.0595048226627173E-4</c:v>
                </c:pt>
                <c:pt idx="197">
                  <c:v>9.8492443229285324E-5</c:v>
                </c:pt>
                <c:pt idx="198">
                  <c:v>7.3627249943039415E-5</c:v>
                </c:pt>
                <c:pt idx="199">
                  <c:v>6.9658995974785436E-5</c:v>
                </c:pt>
                <c:pt idx="200">
                  <c:v>9.1326801853117636E-5</c:v>
                </c:pt>
                <c:pt idx="201">
                  <c:v>5.5813776866408442E-6</c:v>
                </c:pt>
                <c:pt idx="202">
                  <c:v>7.4861395914027484E-6</c:v>
                </c:pt>
                <c:pt idx="203">
                  <c:v>8.6545910230120747E-5</c:v>
                </c:pt>
                <c:pt idx="204">
                  <c:v>5.5209994683678888E-5</c:v>
                </c:pt>
                <c:pt idx="205">
                  <c:v>1.1193893825472772E-4</c:v>
                </c:pt>
                <c:pt idx="206">
                  <c:v>6.0894660894660894E-5</c:v>
                </c:pt>
                <c:pt idx="207">
                  <c:v>6.0894660894660894E-5</c:v>
                </c:pt>
                <c:pt idx="208">
                  <c:v>5.3383458646616536E-5</c:v>
                </c:pt>
                <c:pt idx="209">
                  <c:v>9.1197691197691193E-6</c:v>
                </c:pt>
                <c:pt idx="210">
                  <c:v>4.9422799422799417E-5</c:v>
                </c:pt>
                <c:pt idx="211">
                  <c:v>4.6897546897546898E-5</c:v>
                </c:pt>
                <c:pt idx="212">
                  <c:v>4.6897546897546898E-5</c:v>
                </c:pt>
                <c:pt idx="213">
                  <c:v>4.6897546897546898E-5</c:v>
                </c:pt>
                <c:pt idx="214">
                  <c:v>5.2331586542112857E-5</c:v>
                </c:pt>
                <c:pt idx="215">
                  <c:v>6.593757120072909E-6</c:v>
                </c:pt>
                <c:pt idx="216">
                  <c:v>6.9180527075263912E-5</c:v>
                </c:pt>
                <c:pt idx="217">
                  <c:v>2.2762208551682234E-5</c:v>
                </c:pt>
                <c:pt idx="218">
                  <c:v>5.2737905369484312E-5</c:v>
                </c:pt>
                <c:pt idx="219">
                  <c:v>9.8431685273790533E-5</c:v>
                </c:pt>
                <c:pt idx="220">
                  <c:v>7.6744892534366221E-5</c:v>
                </c:pt>
                <c:pt idx="221">
                  <c:v>7.6744892534366221E-5</c:v>
                </c:pt>
                <c:pt idx="222">
                  <c:v>8.2604237867395754E-5</c:v>
                </c:pt>
                <c:pt idx="223">
                  <c:v>1.0968329915698337E-4</c:v>
                </c:pt>
                <c:pt idx="224">
                  <c:v>4.5036834510518719E-5</c:v>
                </c:pt>
                <c:pt idx="225">
                  <c:v>8.0940988835725671E-5</c:v>
                </c:pt>
                <c:pt idx="226">
                  <c:v>2.6018834966203387E-5</c:v>
                </c:pt>
                <c:pt idx="227">
                  <c:v>3.0259360522518414E-5</c:v>
                </c:pt>
                <c:pt idx="228">
                  <c:v>1.917217285638338E-5</c:v>
                </c:pt>
                <c:pt idx="229">
                  <c:v>8.7009189640768577E-5</c:v>
                </c:pt>
                <c:pt idx="230">
                  <c:v>3.40016708437761E-5</c:v>
                </c:pt>
                <c:pt idx="231">
                  <c:v>1.4860636439583807E-4</c:v>
                </c:pt>
                <c:pt idx="232">
                  <c:v>2.8156375787954736E-6</c:v>
                </c:pt>
                <c:pt idx="233">
                  <c:v>2.8156375787954736E-6</c:v>
                </c:pt>
                <c:pt idx="234">
                  <c:v>5.3421432368800785E-5</c:v>
                </c:pt>
                <c:pt idx="235">
                  <c:v>5.3421432368800785E-5</c:v>
                </c:pt>
                <c:pt idx="236">
                  <c:v>8.5125693020429863E-6</c:v>
                </c:pt>
                <c:pt idx="237">
                  <c:v>2.8152198678514464E-5</c:v>
                </c:pt>
                <c:pt idx="238">
                  <c:v>9.2431837168679265E-5</c:v>
                </c:pt>
                <c:pt idx="239">
                  <c:v>8.2767524872788016E-5</c:v>
                </c:pt>
                <c:pt idx="240">
                  <c:v>1.2045644414065465E-5</c:v>
                </c:pt>
                <c:pt idx="241">
                  <c:v>1.2045644414065465E-5</c:v>
                </c:pt>
                <c:pt idx="242">
                  <c:v>1.2045644414065465E-5</c:v>
                </c:pt>
                <c:pt idx="243">
                  <c:v>5.7894736842105253E-5</c:v>
                </c:pt>
                <c:pt idx="244">
                  <c:v>5.7894736842105253E-5</c:v>
                </c:pt>
                <c:pt idx="245">
                  <c:v>5.7894736842105253E-5</c:v>
                </c:pt>
                <c:pt idx="246">
                  <c:v>7.976760082023239E-5</c:v>
                </c:pt>
                <c:pt idx="247">
                  <c:v>1.3639021796916534E-6</c:v>
                </c:pt>
                <c:pt idx="248">
                  <c:v>8.4411787043365988E-5</c:v>
                </c:pt>
                <c:pt idx="249">
                  <c:v>5.2130325814536338E-5</c:v>
                </c:pt>
                <c:pt idx="250">
                  <c:v>5.2130325814536338E-5</c:v>
                </c:pt>
                <c:pt idx="251">
                  <c:v>2.161995898838004E-5</c:v>
                </c:pt>
                <c:pt idx="252">
                  <c:v>8.9166097060833905E-5</c:v>
                </c:pt>
                <c:pt idx="253">
                  <c:v>3.6840966051492368E-5</c:v>
                </c:pt>
                <c:pt idx="254">
                  <c:v>1.1360978203083465E-4</c:v>
                </c:pt>
                <c:pt idx="255">
                  <c:v>8.5782638414217351E-5</c:v>
                </c:pt>
                <c:pt idx="256">
                  <c:v>8.5782638414217351E-5</c:v>
                </c:pt>
                <c:pt idx="257">
                  <c:v>8.5782638414217351E-5</c:v>
                </c:pt>
                <c:pt idx="258">
                  <c:v>8.5782638414217351E-5</c:v>
                </c:pt>
                <c:pt idx="259">
                  <c:v>8.5782638414217351E-5</c:v>
                </c:pt>
                <c:pt idx="260">
                  <c:v>2.3149160780739726E-5</c:v>
                </c:pt>
                <c:pt idx="261">
                  <c:v>8.4856079592921692E-5</c:v>
                </c:pt>
                <c:pt idx="262">
                  <c:v>5.9523809523809524E-5</c:v>
                </c:pt>
                <c:pt idx="263">
                  <c:v>5.9523809523809524E-5</c:v>
                </c:pt>
                <c:pt idx="264">
                  <c:v>5.9523809523809524E-5</c:v>
                </c:pt>
                <c:pt idx="265">
                  <c:v>7.4185463659147868E-5</c:v>
                </c:pt>
                <c:pt idx="266">
                  <c:v>5.802005012531328E-5</c:v>
                </c:pt>
                <c:pt idx="267">
                  <c:v>3.0846434267486896E-5</c:v>
                </c:pt>
                <c:pt idx="268">
                  <c:v>4.4953292321713373E-5</c:v>
                </c:pt>
                <c:pt idx="269">
                  <c:v>1.2734107997265892E-4</c:v>
                </c:pt>
                <c:pt idx="270">
                  <c:v>5.3110047846889948E-5</c:v>
                </c:pt>
                <c:pt idx="271">
                  <c:v>9.420141262246525E-5</c:v>
                </c:pt>
                <c:pt idx="272">
                  <c:v>1.4957849168375484E-4</c:v>
                </c:pt>
                <c:pt idx="273">
                  <c:v>8.5923141186299075E-6</c:v>
                </c:pt>
                <c:pt idx="274">
                  <c:v>1.3230044808992177E-4</c:v>
                </c:pt>
                <c:pt idx="275">
                  <c:v>1.6758942811574389E-4</c:v>
                </c:pt>
                <c:pt idx="276">
                  <c:v>4.9954431533378899E-5</c:v>
                </c:pt>
                <c:pt idx="277">
                  <c:v>4.9954431533378899E-5</c:v>
                </c:pt>
                <c:pt idx="278">
                  <c:v>4.9954431533378899E-5</c:v>
                </c:pt>
                <c:pt idx="279">
                  <c:v>6.6271739955950479E-6</c:v>
                </c:pt>
                <c:pt idx="280">
                  <c:v>9.2952077162603483E-6</c:v>
                </c:pt>
                <c:pt idx="281">
                  <c:v>8.8174982911825011E-5</c:v>
                </c:pt>
                <c:pt idx="282">
                  <c:v>3.6090985038353458E-5</c:v>
                </c:pt>
                <c:pt idx="283">
                  <c:v>3.6090985038353458E-5</c:v>
                </c:pt>
                <c:pt idx="284">
                  <c:v>1.1357940305308726E-4</c:v>
                </c:pt>
                <c:pt idx="285">
                  <c:v>1.7658920027341078E-4</c:v>
                </c:pt>
                <c:pt idx="286">
                  <c:v>1.7658920027341078E-4</c:v>
                </c:pt>
                <c:pt idx="287">
                  <c:v>3.507480823270297E-5</c:v>
                </c:pt>
                <c:pt idx="288">
                  <c:v>3.3722943722943718E-5</c:v>
                </c:pt>
                <c:pt idx="289">
                  <c:v>5.232019442545758E-5</c:v>
                </c:pt>
                <c:pt idx="290">
                  <c:v>1.1766157818789398E-4</c:v>
                </c:pt>
                <c:pt idx="291">
                  <c:v>3.3125996810207331E-4</c:v>
                </c:pt>
                <c:pt idx="292">
                  <c:v>8.1328320802005001E-5</c:v>
                </c:pt>
                <c:pt idx="293">
                  <c:v>2.3575605680868836E-5</c:v>
                </c:pt>
                <c:pt idx="294">
                  <c:v>2.3575605680868836E-5</c:v>
                </c:pt>
                <c:pt idx="295">
                  <c:v>2.6969317232475123E-6</c:v>
                </c:pt>
                <c:pt idx="296">
                  <c:v>1.7264373053846736E-4</c:v>
                </c:pt>
                <c:pt idx="297">
                  <c:v>8.2418166628692936E-5</c:v>
                </c:pt>
                <c:pt idx="298">
                  <c:v>1.1386420596946911E-4</c:v>
                </c:pt>
                <c:pt idx="299">
                  <c:v>2.4575074048758259E-5</c:v>
                </c:pt>
                <c:pt idx="300">
                  <c:v>2.4575074048758259E-5</c:v>
                </c:pt>
                <c:pt idx="301">
                  <c:v>2.4575074048758259E-5</c:v>
                </c:pt>
                <c:pt idx="302">
                  <c:v>2.4575074048758259E-5</c:v>
                </c:pt>
                <c:pt idx="303">
                  <c:v>2.4575074048758259E-5</c:v>
                </c:pt>
                <c:pt idx="304">
                  <c:v>3.1685653527758791E-5</c:v>
                </c:pt>
                <c:pt idx="305">
                  <c:v>3.1685653527758791E-5</c:v>
                </c:pt>
                <c:pt idx="306">
                  <c:v>3.1685653527758791E-5</c:v>
                </c:pt>
                <c:pt idx="307">
                  <c:v>2.4389002810055441E-4</c:v>
                </c:pt>
                <c:pt idx="308">
                  <c:v>2.4389002810055441E-4</c:v>
                </c:pt>
                <c:pt idx="309">
                  <c:v>1.584985190248348E-5</c:v>
                </c:pt>
                <c:pt idx="310">
                  <c:v>1.584985190248348E-5</c:v>
                </c:pt>
                <c:pt idx="311">
                  <c:v>1.584985190248348E-5</c:v>
                </c:pt>
                <c:pt idx="312">
                  <c:v>7.5195564669248882E-6</c:v>
                </c:pt>
                <c:pt idx="313">
                  <c:v>3.9169894433052326E-5</c:v>
                </c:pt>
                <c:pt idx="314">
                  <c:v>3.9169894433052326E-5</c:v>
                </c:pt>
                <c:pt idx="315">
                  <c:v>3.9169894433052326E-5</c:v>
                </c:pt>
                <c:pt idx="316">
                  <c:v>8.2235892762208545E-6</c:v>
                </c:pt>
                <c:pt idx="317">
                  <c:v>8.6883876357560564E-5</c:v>
                </c:pt>
                <c:pt idx="318">
                  <c:v>2.0492519176729704E-4</c:v>
                </c:pt>
                <c:pt idx="319">
                  <c:v>4.7983595352016402E-5</c:v>
                </c:pt>
                <c:pt idx="320">
                  <c:v>4.7983595352016402E-5</c:v>
                </c:pt>
                <c:pt idx="321">
                  <c:v>4.7983595352016402E-5</c:v>
                </c:pt>
                <c:pt idx="322">
                  <c:v>1.7196020353915089E-4</c:v>
                </c:pt>
                <c:pt idx="323">
                  <c:v>5.4704944178628385E-5</c:v>
                </c:pt>
                <c:pt idx="324">
                  <c:v>4.7535505430242267E-5</c:v>
                </c:pt>
                <c:pt idx="325">
                  <c:v>3.1659451659451658E-4</c:v>
                </c:pt>
                <c:pt idx="326">
                  <c:v>7.4785448469659002E-5</c:v>
                </c:pt>
                <c:pt idx="327">
                  <c:v>3.9397736766157817E-5</c:v>
                </c:pt>
                <c:pt idx="328">
                  <c:v>2.904951773372826E-4</c:v>
                </c:pt>
                <c:pt idx="329">
                  <c:v>2.4449001291106554E-4</c:v>
                </c:pt>
                <c:pt idx="330">
                  <c:v>2.4449001291106554E-4</c:v>
                </c:pt>
                <c:pt idx="331">
                  <c:v>8.5702893597630435E-5</c:v>
                </c:pt>
                <c:pt idx="332">
                  <c:v>8.5702893597630435E-5</c:v>
                </c:pt>
                <c:pt idx="333">
                  <c:v>8.5702893597630435E-5</c:v>
                </c:pt>
                <c:pt idx="334">
                  <c:v>5.7070707070707066E-6</c:v>
                </c:pt>
                <c:pt idx="335">
                  <c:v>1.4707222601959442E-4</c:v>
                </c:pt>
                <c:pt idx="336">
                  <c:v>3.5468215994531783E-5</c:v>
                </c:pt>
                <c:pt idx="337">
                  <c:v>3.5468215994531783E-5</c:v>
                </c:pt>
                <c:pt idx="338">
                  <c:v>3.5468215994531783E-5</c:v>
                </c:pt>
                <c:pt idx="339">
                  <c:v>3.8125617072985491E-4</c:v>
                </c:pt>
                <c:pt idx="340">
                  <c:v>4.6832991569833676E-5</c:v>
                </c:pt>
                <c:pt idx="341">
                  <c:v>4.6832991569833676E-5</c:v>
                </c:pt>
                <c:pt idx="342">
                  <c:v>4.6832991569833676E-5</c:v>
                </c:pt>
                <c:pt idx="343">
                  <c:v>4.6832991569833676E-5</c:v>
                </c:pt>
                <c:pt idx="344">
                  <c:v>1.9042682463735094E-4</c:v>
                </c:pt>
                <c:pt idx="345">
                  <c:v>3.0181134654818867E-4</c:v>
                </c:pt>
                <c:pt idx="346">
                  <c:v>1.5141262246525403E-4</c:v>
                </c:pt>
                <c:pt idx="347">
                  <c:v>1.8234221918432444E-4</c:v>
                </c:pt>
                <c:pt idx="348">
                  <c:v>2.1648059542796384E-4</c:v>
                </c:pt>
                <c:pt idx="349">
                  <c:v>2.1648059542796384E-4</c:v>
                </c:pt>
                <c:pt idx="350">
                  <c:v>2.1648059542796384E-4</c:v>
                </c:pt>
                <c:pt idx="351">
                  <c:v>2.1648059542796384E-4</c:v>
                </c:pt>
                <c:pt idx="352">
                  <c:v>2.1648059542796384E-4</c:v>
                </c:pt>
                <c:pt idx="353">
                  <c:v>2.1648059542796384E-4</c:v>
                </c:pt>
                <c:pt idx="354">
                  <c:v>3.8452191083770027E-5</c:v>
                </c:pt>
                <c:pt idx="355">
                  <c:v>2.638680033416875E-4</c:v>
                </c:pt>
                <c:pt idx="356">
                  <c:v>2.2098048150679726E-4</c:v>
                </c:pt>
                <c:pt idx="357">
                  <c:v>9.647603858130173E-5</c:v>
                </c:pt>
                <c:pt idx="358">
                  <c:v>3.3971671603250548E-4</c:v>
                </c:pt>
                <c:pt idx="359">
                  <c:v>3.819396977291714E-4</c:v>
                </c:pt>
                <c:pt idx="360">
                  <c:v>1.8916229968861547E-4</c:v>
                </c:pt>
                <c:pt idx="361">
                  <c:v>1.8916229968861547E-4</c:v>
                </c:pt>
                <c:pt idx="362">
                  <c:v>2.2265132528290423E-5</c:v>
                </c:pt>
                <c:pt idx="363">
                  <c:v>1.1458950406318827E-4</c:v>
                </c:pt>
                <c:pt idx="364">
                  <c:v>1.1458950406318827E-4</c:v>
                </c:pt>
                <c:pt idx="365">
                  <c:v>1.1458950406318827E-4</c:v>
                </c:pt>
                <c:pt idx="366">
                  <c:v>1.5543024227234752E-4</c:v>
                </c:pt>
                <c:pt idx="367">
                  <c:v>1.5543024227234752E-4</c:v>
                </c:pt>
                <c:pt idx="368">
                  <c:v>6.1604769499506334E-4</c:v>
                </c:pt>
                <c:pt idx="369">
                  <c:v>1.3080808080808079E-4</c:v>
                </c:pt>
                <c:pt idx="370">
                  <c:v>1.3080808080808079E-4</c:v>
                </c:pt>
                <c:pt idx="371">
                  <c:v>1.2643350801245536E-4</c:v>
                </c:pt>
                <c:pt idx="372">
                  <c:v>1.2643350801245536E-4</c:v>
                </c:pt>
                <c:pt idx="373">
                  <c:v>1.2643350801245536E-4</c:v>
                </c:pt>
                <c:pt idx="374">
                  <c:v>1.2643350801245536E-4</c:v>
                </c:pt>
                <c:pt idx="375">
                  <c:v>1.2643350801245536E-4</c:v>
                </c:pt>
                <c:pt idx="376">
                  <c:v>1.2737905369484317E-4</c:v>
                </c:pt>
                <c:pt idx="377">
                  <c:v>5.2536644641907801E-4</c:v>
                </c:pt>
                <c:pt idx="378">
                  <c:v>5.2536644641907801E-4</c:v>
                </c:pt>
                <c:pt idx="379">
                  <c:v>5.2536644641907801E-4</c:v>
                </c:pt>
                <c:pt idx="380">
                  <c:v>3.5555935292777395E-4</c:v>
                </c:pt>
                <c:pt idx="381">
                  <c:v>3.5555935292777395E-4</c:v>
                </c:pt>
                <c:pt idx="382">
                  <c:v>3.5555935292777395E-4</c:v>
                </c:pt>
                <c:pt idx="383">
                  <c:v>3.9925571504518869E-4</c:v>
                </c:pt>
                <c:pt idx="384">
                  <c:v>1.6386800334168753E-4</c:v>
                </c:pt>
                <c:pt idx="385">
                  <c:v>7.0577960051644261E-5</c:v>
                </c:pt>
                <c:pt idx="386">
                  <c:v>2.841763499658236E-4</c:v>
                </c:pt>
                <c:pt idx="387">
                  <c:v>6.4167995746943114E-4</c:v>
                </c:pt>
                <c:pt idx="388">
                  <c:v>6.4167995746943114E-4</c:v>
                </c:pt>
                <c:pt idx="389">
                  <c:v>3.503683451051872E-4</c:v>
                </c:pt>
                <c:pt idx="390">
                  <c:v>1.9540897698792434E-4</c:v>
                </c:pt>
                <c:pt idx="391">
                  <c:v>1.9540897698792434E-4</c:v>
                </c:pt>
                <c:pt idx="392">
                  <c:v>1.9540897698792434E-4</c:v>
                </c:pt>
                <c:pt idx="393">
                  <c:v>1.9540897698792434E-4</c:v>
                </c:pt>
                <c:pt idx="394">
                  <c:v>3.1894888736994E-4</c:v>
                </c:pt>
                <c:pt idx="395">
                  <c:v>3.1894888736994E-4</c:v>
                </c:pt>
                <c:pt idx="396">
                  <c:v>3.1894888736994E-4</c:v>
                </c:pt>
                <c:pt idx="397">
                  <c:v>1.3407002354370775E-5</c:v>
                </c:pt>
                <c:pt idx="398">
                  <c:v>1.3407002354370775E-5</c:v>
                </c:pt>
                <c:pt idx="399">
                  <c:v>1.3407002354370775E-5</c:v>
                </c:pt>
                <c:pt idx="400">
                  <c:v>5.3072074124705705E-4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3DE-4FEA-85D8-262164D9ECD5}"/>
            </c:ext>
          </c:extLst>
        </c:ser>
        <c:ser>
          <c:idx val="2"/>
          <c:order val="2"/>
          <c:tx>
            <c:v>IVL-5-2-P3</c:v>
          </c:tx>
          <c:spPr>
            <a:ln w="38100" cap="rnd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汇总!$JI$2:$JI$1000</c:f>
              <c:numCache>
                <c:formatCode>General</c:formatCode>
                <c:ptCount val="999"/>
                <c:pt idx="0">
                  <c:v>380</c:v>
                </c:pt>
                <c:pt idx="1">
                  <c:v>381</c:v>
                </c:pt>
                <c:pt idx="2">
                  <c:v>382</c:v>
                </c:pt>
                <c:pt idx="3">
                  <c:v>383</c:v>
                </c:pt>
                <c:pt idx="4">
                  <c:v>384</c:v>
                </c:pt>
                <c:pt idx="5">
                  <c:v>385</c:v>
                </c:pt>
                <c:pt idx="6">
                  <c:v>386</c:v>
                </c:pt>
                <c:pt idx="7">
                  <c:v>387</c:v>
                </c:pt>
                <c:pt idx="8">
                  <c:v>388</c:v>
                </c:pt>
                <c:pt idx="9">
                  <c:v>389</c:v>
                </c:pt>
                <c:pt idx="10">
                  <c:v>390</c:v>
                </c:pt>
                <c:pt idx="11">
                  <c:v>391</c:v>
                </c:pt>
                <c:pt idx="12">
                  <c:v>392</c:v>
                </c:pt>
                <c:pt idx="13">
                  <c:v>393</c:v>
                </c:pt>
                <c:pt idx="14">
                  <c:v>394</c:v>
                </c:pt>
                <c:pt idx="15">
                  <c:v>395</c:v>
                </c:pt>
                <c:pt idx="16">
                  <c:v>396</c:v>
                </c:pt>
                <c:pt idx="17">
                  <c:v>397</c:v>
                </c:pt>
                <c:pt idx="18">
                  <c:v>398</c:v>
                </c:pt>
                <c:pt idx="19">
                  <c:v>399</c:v>
                </c:pt>
                <c:pt idx="20">
                  <c:v>400</c:v>
                </c:pt>
                <c:pt idx="21">
                  <c:v>401</c:v>
                </c:pt>
                <c:pt idx="22">
                  <c:v>402</c:v>
                </c:pt>
                <c:pt idx="23">
                  <c:v>403</c:v>
                </c:pt>
                <c:pt idx="24">
                  <c:v>404</c:v>
                </c:pt>
                <c:pt idx="25">
                  <c:v>405</c:v>
                </c:pt>
                <c:pt idx="26">
                  <c:v>406</c:v>
                </c:pt>
                <c:pt idx="27">
                  <c:v>407</c:v>
                </c:pt>
                <c:pt idx="28">
                  <c:v>408</c:v>
                </c:pt>
                <c:pt idx="29">
                  <c:v>409</c:v>
                </c:pt>
                <c:pt idx="30">
                  <c:v>410</c:v>
                </c:pt>
                <c:pt idx="31">
                  <c:v>411</c:v>
                </c:pt>
                <c:pt idx="32">
                  <c:v>412</c:v>
                </c:pt>
                <c:pt idx="33">
                  <c:v>413</c:v>
                </c:pt>
                <c:pt idx="34">
                  <c:v>414</c:v>
                </c:pt>
                <c:pt idx="35">
                  <c:v>415</c:v>
                </c:pt>
                <c:pt idx="36">
                  <c:v>416</c:v>
                </c:pt>
                <c:pt idx="37">
                  <c:v>417</c:v>
                </c:pt>
                <c:pt idx="38">
                  <c:v>418</c:v>
                </c:pt>
                <c:pt idx="39">
                  <c:v>419</c:v>
                </c:pt>
                <c:pt idx="40">
                  <c:v>420</c:v>
                </c:pt>
                <c:pt idx="41">
                  <c:v>421</c:v>
                </c:pt>
                <c:pt idx="42">
                  <c:v>422</c:v>
                </c:pt>
                <c:pt idx="43">
                  <c:v>423</c:v>
                </c:pt>
                <c:pt idx="44">
                  <c:v>424</c:v>
                </c:pt>
                <c:pt idx="45">
                  <c:v>425</c:v>
                </c:pt>
                <c:pt idx="46">
                  <c:v>426</c:v>
                </c:pt>
                <c:pt idx="47">
                  <c:v>427</c:v>
                </c:pt>
                <c:pt idx="48">
                  <c:v>428</c:v>
                </c:pt>
                <c:pt idx="49">
                  <c:v>429</c:v>
                </c:pt>
                <c:pt idx="50">
                  <c:v>430</c:v>
                </c:pt>
                <c:pt idx="51">
                  <c:v>431</c:v>
                </c:pt>
                <c:pt idx="52">
                  <c:v>432</c:v>
                </c:pt>
                <c:pt idx="53">
                  <c:v>433</c:v>
                </c:pt>
                <c:pt idx="54">
                  <c:v>434</c:v>
                </c:pt>
                <c:pt idx="55">
                  <c:v>435</c:v>
                </c:pt>
                <c:pt idx="56">
                  <c:v>436</c:v>
                </c:pt>
                <c:pt idx="57">
                  <c:v>437</c:v>
                </c:pt>
                <c:pt idx="58">
                  <c:v>438</c:v>
                </c:pt>
                <c:pt idx="59">
                  <c:v>439</c:v>
                </c:pt>
                <c:pt idx="60">
                  <c:v>440</c:v>
                </c:pt>
                <c:pt idx="61">
                  <c:v>441</c:v>
                </c:pt>
                <c:pt idx="62">
                  <c:v>442</c:v>
                </c:pt>
                <c:pt idx="63">
                  <c:v>443</c:v>
                </c:pt>
                <c:pt idx="64">
                  <c:v>444</c:v>
                </c:pt>
                <c:pt idx="65">
                  <c:v>445</c:v>
                </c:pt>
                <c:pt idx="66">
                  <c:v>446</c:v>
                </c:pt>
                <c:pt idx="67">
                  <c:v>447</c:v>
                </c:pt>
                <c:pt idx="68">
                  <c:v>448</c:v>
                </c:pt>
                <c:pt idx="69">
                  <c:v>449</c:v>
                </c:pt>
                <c:pt idx="70">
                  <c:v>450</c:v>
                </c:pt>
                <c:pt idx="71">
                  <c:v>451</c:v>
                </c:pt>
                <c:pt idx="72">
                  <c:v>452</c:v>
                </c:pt>
                <c:pt idx="73">
                  <c:v>453</c:v>
                </c:pt>
                <c:pt idx="74">
                  <c:v>454</c:v>
                </c:pt>
                <c:pt idx="75">
                  <c:v>455</c:v>
                </c:pt>
                <c:pt idx="76">
                  <c:v>456</c:v>
                </c:pt>
                <c:pt idx="77">
                  <c:v>457</c:v>
                </c:pt>
                <c:pt idx="78">
                  <c:v>458</c:v>
                </c:pt>
                <c:pt idx="79">
                  <c:v>459</c:v>
                </c:pt>
                <c:pt idx="80">
                  <c:v>460</c:v>
                </c:pt>
                <c:pt idx="81">
                  <c:v>461</c:v>
                </c:pt>
                <c:pt idx="82">
                  <c:v>462</c:v>
                </c:pt>
                <c:pt idx="83">
                  <c:v>463</c:v>
                </c:pt>
                <c:pt idx="84">
                  <c:v>464</c:v>
                </c:pt>
                <c:pt idx="85">
                  <c:v>465</c:v>
                </c:pt>
                <c:pt idx="86">
                  <c:v>466</c:v>
                </c:pt>
                <c:pt idx="87">
                  <c:v>467</c:v>
                </c:pt>
                <c:pt idx="88">
                  <c:v>468</c:v>
                </c:pt>
                <c:pt idx="89">
                  <c:v>469</c:v>
                </c:pt>
                <c:pt idx="90">
                  <c:v>470</c:v>
                </c:pt>
                <c:pt idx="91">
                  <c:v>471</c:v>
                </c:pt>
                <c:pt idx="92">
                  <c:v>472</c:v>
                </c:pt>
                <c:pt idx="93">
                  <c:v>473</c:v>
                </c:pt>
                <c:pt idx="94">
                  <c:v>474</c:v>
                </c:pt>
                <c:pt idx="95">
                  <c:v>475</c:v>
                </c:pt>
                <c:pt idx="96">
                  <c:v>476</c:v>
                </c:pt>
                <c:pt idx="97">
                  <c:v>477</c:v>
                </c:pt>
                <c:pt idx="98">
                  <c:v>478</c:v>
                </c:pt>
                <c:pt idx="99">
                  <c:v>479</c:v>
                </c:pt>
                <c:pt idx="100">
                  <c:v>480</c:v>
                </c:pt>
                <c:pt idx="101">
                  <c:v>481</c:v>
                </c:pt>
                <c:pt idx="102">
                  <c:v>482</c:v>
                </c:pt>
                <c:pt idx="103">
                  <c:v>483</c:v>
                </c:pt>
                <c:pt idx="104">
                  <c:v>484</c:v>
                </c:pt>
                <c:pt idx="105">
                  <c:v>485</c:v>
                </c:pt>
                <c:pt idx="106">
                  <c:v>486</c:v>
                </c:pt>
                <c:pt idx="107">
                  <c:v>487</c:v>
                </c:pt>
                <c:pt idx="108">
                  <c:v>488</c:v>
                </c:pt>
                <c:pt idx="109">
                  <c:v>489</c:v>
                </c:pt>
                <c:pt idx="110">
                  <c:v>490</c:v>
                </c:pt>
                <c:pt idx="111">
                  <c:v>491</c:v>
                </c:pt>
                <c:pt idx="112">
                  <c:v>492</c:v>
                </c:pt>
                <c:pt idx="113">
                  <c:v>493</c:v>
                </c:pt>
                <c:pt idx="114">
                  <c:v>494</c:v>
                </c:pt>
                <c:pt idx="115">
                  <c:v>495</c:v>
                </c:pt>
                <c:pt idx="116">
                  <c:v>496</c:v>
                </c:pt>
                <c:pt idx="117">
                  <c:v>497</c:v>
                </c:pt>
                <c:pt idx="118">
                  <c:v>498</c:v>
                </c:pt>
                <c:pt idx="119">
                  <c:v>499</c:v>
                </c:pt>
                <c:pt idx="120">
                  <c:v>500</c:v>
                </c:pt>
                <c:pt idx="121">
                  <c:v>501</c:v>
                </c:pt>
                <c:pt idx="122">
                  <c:v>502</c:v>
                </c:pt>
                <c:pt idx="123">
                  <c:v>503</c:v>
                </c:pt>
                <c:pt idx="124">
                  <c:v>504</c:v>
                </c:pt>
                <c:pt idx="125">
                  <c:v>505</c:v>
                </c:pt>
                <c:pt idx="126">
                  <c:v>506</c:v>
                </c:pt>
                <c:pt idx="127">
                  <c:v>507</c:v>
                </c:pt>
                <c:pt idx="128">
                  <c:v>508</c:v>
                </c:pt>
                <c:pt idx="129">
                  <c:v>509</c:v>
                </c:pt>
                <c:pt idx="130">
                  <c:v>510</c:v>
                </c:pt>
                <c:pt idx="131">
                  <c:v>511</c:v>
                </c:pt>
                <c:pt idx="132">
                  <c:v>512</c:v>
                </c:pt>
                <c:pt idx="133">
                  <c:v>513</c:v>
                </c:pt>
                <c:pt idx="134">
                  <c:v>514</c:v>
                </c:pt>
                <c:pt idx="135">
                  <c:v>515</c:v>
                </c:pt>
                <c:pt idx="136">
                  <c:v>516</c:v>
                </c:pt>
                <c:pt idx="137">
                  <c:v>517</c:v>
                </c:pt>
                <c:pt idx="138">
                  <c:v>518</c:v>
                </c:pt>
                <c:pt idx="139">
                  <c:v>519</c:v>
                </c:pt>
                <c:pt idx="140">
                  <c:v>520</c:v>
                </c:pt>
                <c:pt idx="141">
                  <c:v>521</c:v>
                </c:pt>
                <c:pt idx="142">
                  <c:v>522</c:v>
                </c:pt>
                <c:pt idx="143">
                  <c:v>523</c:v>
                </c:pt>
                <c:pt idx="144">
                  <c:v>524</c:v>
                </c:pt>
                <c:pt idx="145">
                  <c:v>525</c:v>
                </c:pt>
                <c:pt idx="146">
                  <c:v>526</c:v>
                </c:pt>
                <c:pt idx="147">
                  <c:v>527</c:v>
                </c:pt>
                <c:pt idx="148">
                  <c:v>528</c:v>
                </c:pt>
                <c:pt idx="149">
                  <c:v>529</c:v>
                </c:pt>
                <c:pt idx="150">
                  <c:v>530</c:v>
                </c:pt>
                <c:pt idx="151">
                  <c:v>531</c:v>
                </c:pt>
                <c:pt idx="152">
                  <c:v>532</c:v>
                </c:pt>
                <c:pt idx="153">
                  <c:v>533</c:v>
                </c:pt>
                <c:pt idx="154">
                  <c:v>534</c:v>
                </c:pt>
                <c:pt idx="155">
                  <c:v>535</c:v>
                </c:pt>
                <c:pt idx="156">
                  <c:v>536</c:v>
                </c:pt>
                <c:pt idx="157">
                  <c:v>537</c:v>
                </c:pt>
                <c:pt idx="158">
                  <c:v>538</c:v>
                </c:pt>
                <c:pt idx="159">
                  <c:v>539</c:v>
                </c:pt>
                <c:pt idx="160">
                  <c:v>540</c:v>
                </c:pt>
                <c:pt idx="161">
                  <c:v>541</c:v>
                </c:pt>
                <c:pt idx="162">
                  <c:v>542</c:v>
                </c:pt>
                <c:pt idx="163">
                  <c:v>543</c:v>
                </c:pt>
                <c:pt idx="164">
                  <c:v>544</c:v>
                </c:pt>
                <c:pt idx="165">
                  <c:v>545</c:v>
                </c:pt>
                <c:pt idx="166">
                  <c:v>546</c:v>
                </c:pt>
                <c:pt idx="167">
                  <c:v>547</c:v>
                </c:pt>
                <c:pt idx="168">
                  <c:v>548</c:v>
                </c:pt>
                <c:pt idx="169">
                  <c:v>549</c:v>
                </c:pt>
                <c:pt idx="170">
                  <c:v>550</c:v>
                </c:pt>
                <c:pt idx="171">
                  <c:v>551</c:v>
                </c:pt>
                <c:pt idx="172">
                  <c:v>552</c:v>
                </c:pt>
                <c:pt idx="173">
                  <c:v>553</c:v>
                </c:pt>
                <c:pt idx="174">
                  <c:v>554</c:v>
                </c:pt>
                <c:pt idx="175">
                  <c:v>555</c:v>
                </c:pt>
                <c:pt idx="176">
                  <c:v>556</c:v>
                </c:pt>
                <c:pt idx="177">
                  <c:v>557</c:v>
                </c:pt>
                <c:pt idx="178">
                  <c:v>558</c:v>
                </c:pt>
                <c:pt idx="179">
                  <c:v>559</c:v>
                </c:pt>
                <c:pt idx="180">
                  <c:v>560</c:v>
                </c:pt>
                <c:pt idx="181">
                  <c:v>561</c:v>
                </c:pt>
                <c:pt idx="182">
                  <c:v>562</c:v>
                </c:pt>
                <c:pt idx="183">
                  <c:v>563</c:v>
                </c:pt>
                <c:pt idx="184">
                  <c:v>564</c:v>
                </c:pt>
                <c:pt idx="185">
                  <c:v>565</c:v>
                </c:pt>
                <c:pt idx="186">
                  <c:v>566</c:v>
                </c:pt>
                <c:pt idx="187">
                  <c:v>567</c:v>
                </c:pt>
                <c:pt idx="188">
                  <c:v>568</c:v>
                </c:pt>
                <c:pt idx="189">
                  <c:v>569</c:v>
                </c:pt>
                <c:pt idx="190">
                  <c:v>570</c:v>
                </c:pt>
                <c:pt idx="191">
                  <c:v>571</c:v>
                </c:pt>
                <c:pt idx="192">
                  <c:v>572</c:v>
                </c:pt>
                <c:pt idx="193">
                  <c:v>573</c:v>
                </c:pt>
                <c:pt idx="194">
                  <c:v>574</c:v>
                </c:pt>
                <c:pt idx="195">
                  <c:v>575</c:v>
                </c:pt>
                <c:pt idx="196">
                  <c:v>576</c:v>
                </c:pt>
                <c:pt idx="197">
                  <c:v>577</c:v>
                </c:pt>
                <c:pt idx="198">
                  <c:v>578</c:v>
                </c:pt>
                <c:pt idx="199">
                  <c:v>579</c:v>
                </c:pt>
                <c:pt idx="200">
                  <c:v>580</c:v>
                </c:pt>
                <c:pt idx="201">
                  <c:v>581</c:v>
                </c:pt>
                <c:pt idx="202">
                  <c:v>582</c:v>
                </c:pt>
                <c:pt idx="203">
                  <c:v>583</c:v>
                </c:pt>
                <c:pt idx="204">
                  <c:v>584</c:v>
                </c:pt>
                <c:pt idx="205">
                  <c:v>585</c:v>
                </c:pt>
                <c:pt idx="206">
                  <c:v>586</c:v>
                </c:pt>
                <c:pt idx="207">
                  <c:v>587</c:v>
                </c:pt>
                <c:pt idx="208">
                  <c:v>588</c:v>
                </c:pt>
                <c:pt idx="209">
                  <c:v>589</c:v>
                </c:pt>
                <c:pt idx="210">
                  <c:v>590</c:v>
                </c:pt>
                <c:pt idx="211">
                  <c:v>591</c:v>
                </c:pt>
                <c:pt idx="212">
                  <c:v>592</c:v>
                </c:pt>
                <c:pt idx="213">
                  <c:v>593</c:v>
                </c:pt>
                <c:pt idx="214">
                  <c:v>594</c:v>
                </c:pt>
                <c:pt idx="215">
                  <c:v>595</c:v>
                </c:pt>
                <c:pt idx="216">
                  <c:v>596</c:v>
                </c:pt>
                <c:pt idx="217">
                  <c:v>597</c:v>
                </c:pt>
                <c:pt idx="218">
                  <c:v>598</c:v>
                </c:pt>
                <c:pt idx="219">
                  <c:v>599</c:v>
                </c:pt>
                <c:pt idx="220">
                  <c:v>600</c:v>
                </c:pt>
                <c:pt idx="221">
                  <c:v>601</c:v>
                </c:pt>
                <c:pt idx="222">
                  <c:v>602</c:v>
                </c:pt>
                <c:pt idx="223">
                  <c:v>603</c:v>
                </c:pt>
                <c:pt idx="224">
                  <c:v>604</c:v>
                </c:pt>
                <c:pt idx="225">
                  <c:v>605</c:v>
                </c:pt>
                <c:pt idx="226">
                  <c:v>606</c:v>
                </c:pt>
                <c:pt idx="227">
                  <c:v>607</c:v>
                </c:pt>
                <c:pt idx="228">
                  <c:v>608</c:v>
                </c:pt>
                <c:pt idx="229">
                  <c:v>609</c:v>
                </c:pt>
                <c:pt idx="230">
                  <c:v>610</c:v>
                </c:pt>
                <c:pt idx="231">
                  <c:v>611</c:v>
                </c:pt>
                <c:pt idx="232">
                  <c:v>612</c:v>
                </c:pt>
                <c:pt idx="233">
                  <c:v>613</c:v>
                </c:pt>
                <c:pt idx="234">
                  <c:v>614</c:v>
                </c:pt>
                <c:pt idx="235">
                  <c:v>615</c:v>
                </c:pt>
                <c:pt idx="236">
                  <c:v>616</c:v>
                </c:pt>
                <c:pt idx="237">
                  <c:v>617</c:v>
                </c:pt>
                <c:pt idx="238">
                  <c:v>618</c:v>
                </c:pt>
                <c:pt idx="239">
                  <c:v>619</c:v>
                </c:pt>
                <c:pt idx="240">
                  <c:v>620</c:v>
                </c:pt>
                <c:pt idx="241">
                  <c:v>621</c:v>
                </c:pt>
                <c:pt idx="242">
                  <c:v>622</c:v>
                </c:pt>
                <c:pt idx="243">
                  <c:v>623</c:v>
                </c:pt>
                <c:pt idx="244">
                  <c:v>624</c:v>
                </c:pt>
                <c:pt idx="245">
                  <c:v>625</c:v>
                </c:pt>
                <c:pt idx="246">
                  <c:v>626</c:v>
                </c:pt>
                <c:pt idx="247">
                  <c:v>627</c:v>
                </c:pt>
                <c:pt idx="248">
                  <c:v>628</c:v>
                </c:pt>
                <c:pt idx="249">
                  <c:v>629</c:v>
                </c:pt>
                <c:pt idx="250">
                  <c:v>630</c:v>
                </c:pt>
                <c:pt idx="251">
                  <c:v>631</c:v>
                </c:pt>
                <c:pt idx="252">
                  <c:v>632</c:v>
                </c:pt>
                <c:pt idx="253">
                  <c:v>633</c:v>
                </c:pt>
                <c:pt idx="254">
                  <c:v>634</c:v>
                </c:pt>
                <c:pt idx="255">
                  <c:v>635</c:v>
                </c:pt>
                <c:pt idx="256">
                  <c:v>636</c:v>
                </c:pt>
                <c:pt idx="257">
                  <c:v>637</c:v>
                </c:pt>
                <c:pt idx="258">
                  <c:v>638</c:v>
                </c:pt>
                <c:pt idx="259">
                  <c:v>639</c:v>
                </c:pt>
                <c:pt idx="260">
                  <c:v>640</c:v>
                </c:pt>
                <c:pt idx="261">
                  <c:v>641</c:v>
                </c:pt>
                <c:pt idx="262">
                  <c:v>642</c:v>
                </c:pt>
                <c:pt idx="263">
                  <c:v>643</c:v>
                </c:pt>
                <c:pt idx="264">
                  <c:v>644</c:v>
                </c:pt>
                <c:pt idx="265">
                  <c:v>645</c:v>
                </c:pt>
                <c:pt idx="266">
                  <c:v>646</c:v>
                </c:pt>
                <c:pt idx="267">
                  <c:v>647</c:v>
                </c:pt>
                <c:pt idx="268">
                  <c:v>648</c:v>
                </c:pt>
                <c:pt idx="269">
                  <c:v>649</c:v>
                </c:pt>
                <c:pt idx="270">
                  <c:v>650</c:v>
                </c:pt>
                <c:pt idx="271">
                  <c:v>651</c:v>
                </c:pt>
                <c:pt idx="272">
                  <c:v>652</c:v>
                </c:pt>
                <c:pt idx="273">
                  <c:v>653</c:v>
                </c:pt>
                <c:pt idx="274">
                  <c:v>654</c:v>
                </c:pt>
                <c:pt idx="275">
                  <c:v>655</c:v>
                </c:pt>
                <c:pt idx="276">
                  <c:v>656</c:v>
                </c:pt>
                <c:pt idx="277">
                  <c:v>657</c:v>
                </c:pt>
                <c:pt idx="278">
                  <c:v>658</c:v>
                </c:pt>
                <c:pt idx="279">
                  <c:v>659</c:v>
                </c:pt>
                <c:pt idx="280">
                  <c:v>660</c:v>
                </c:pt>
                <c:pt idx="281">
                  <c:v>661</c:v>
                </c:pt>
                <c:pt idx="282">
                  <c:v>662</c:v>
                </c:pt>
                <c:pt idx="283">
                  <c:v>663</c:v>
                </c:pt>
                <c:pt idx="284">
                  <c:v>664</c:v>
                </c:pt>
                <c:pt idx="285">
                  <c:v>665</c:v>
                </c:pt>
                <c:pt idx="286">
                  <c:v>666</c:v>
                </c:pt>
                <c:pt idx="287">
                  <c:v>667</c:v>
                </c:pt>
                <c:pt idx="288">
                  <c:v>668</c:v>
                </c:pt>
                <c:pt idx="289">
                  <c:v>669</c:v>
                </c:pt>
                <c:pt idx="290">
                  <c:v>670</c:v>
                </c:pt>
                <c:pt idx="291">
                  <c:v>671</c:v>
                </c:pt>
                <c:pt idx="292">
                  <c:v>672</c:v>
                </c:pt>
                <c:pt idx="293">
                  <c:v>673</c:v>
                </c:pt>
                <c:pt idx="294">
                  <c:v>674</c:v>
                </c:pt>
                <c:pt idx="295">
                  <c:v>675</c:v>
                </c:pt>
                <c:pt idx="296">
                  <c:v>676</c:v>
                </c:pt>
                <c:pt idx="297">
                  <c:v>677</c:v>
                </c:pt>
                <c:pt idx="298">
                  <c:v>678</c:v>
                </c:pt>
                <c:pt idx="299">
                  <c:v>679</c:v>
                </c:pt>
                <c:pt idx="300">
                  <c:v>680</c:v>
                </c:pt>
                <c:pt idx="301">
                  <c:v>681</c:v>
                </c:pt>
                <c:pt idx="302">
                  <c:v>682</c:v>
                </c:pt>
                <c:pt idx="303">
                  <c:v>683</c:v>
                </c:pt>
                <c:pt idx="304">
                  <c:v>684</c:v>
                </c:pt>
                <c:pt idx="305">
                  <c:v>685</c:v>
                </c:pt>
                <c:pt idx="306">
                  <c:v>686</c:v>
                </c:pt>
                <c:pt idx="307">
                  <c:v>687</c:v>
                </c:pt>
                <c:pt idx="308">
                  <c:v>688</c:v>
                </c:pt>
                <c:pt idx="309">
                  <c:v>689</c:v>
                </c:pt>
                <c:pt idx="310">
                  <c:v>690</c:v>
                </c:pt>
                <c:pt idx="311">
                  <c:v>691</c:v>
                </c:pt>
                <c:pt idx="312">
                  <c:v>692</c:v>
                </c:pt>
                <c:pt idx="313">
                  <c:v>693</c:v>
                </c:pt>
                <c:pt idx="314">
                  <c:v>694</c:v>
                </c:pt>
                <c:pt idx="315">
                  <c:v>695</c:v>
                </c:pt>
                <c:pt idx="316">
                  <c:v>696</c:v>
                </c:pt>
                <c:pt idx="317">
                  <c:v>697</c:v>
                </c:pt>
                <c:pt idx="318">
                  <c:v>698</c:v>
                </c:pt>
                <c:pt idx="319">
                  <c:v>699</c:v>
                </c:pt>
                <c:pt idx="320">
                  <c:v>700</c:v>
                </c:pt>
                <c:pt idx="321">
                  <c:v>701</c:v>
                </c:pt>
                <c:pt idx="322">
                  <c:v>702</c:v>
                </c:pt>
                <c:pt idx="323">
                  <c:v>703</c:v>
                </c:pt>
                <c:pt idx="324">
                  <c:v>704</c:v>
                </c:pt>
                <c:pt idx="325">
                  <c:v>705</c:v>
                </c:pt>
                <c:pt idx="326">
                  <c:v>706</c:v>
                </c:pt>
                <c:pt idx="327">
                  <c:v>707</c:v>
                </c:pt>
                <c:pt idx="328">
                  <c:v>708</c:v>
                </c:pt>
                <c:pt idx="329">
                  <c:v>709</c:v>
                </c:pt>
                <c:pt idx="330">
                  <c:v>710</c:v>
                </c:pt>
                <c:pt idx="331">
                  <c:v>711</c:v>
                </c:pt>
                <c:pt idx="332">
                  <c:v>712</c:v>
                </c:pt>
                <c:pt idx="333">
                  <c:v>713</c:v>
                </c:pt>
                <c:pt idx="334">
                  <c:v>714</c:v>
                </c:pt>
                <c:pt idx="335">
                  <c:v>715</c:v>
                </c:pt>
                <c:pt idx="336">
                  <c:v>716</c:v>
                </c:pt>
                <c:pt idx="337">
                  <c:v>717</c:v>
                </c:pt>
                <c:pt idx="338">
                  <c:v>718</c:v>
                </c:pt>
                <c:pt idx="339">
                  <c:v>719</c:v>
                </c:pt>
                <c:pt idx="340">
                  <c:v>720</c:v>
                </c:pt>
                <c:pt idx="341">
                  <c:v>721</c:v>
                </c:pt>
                <c:pt idx="342">
                  <c:v>722</c:v>
                </c:pt>
                <c:pt idx="343">
                  <c:v>723</c:v>
                </c:pt>
                <c:pt idx="344">
                  <c:v>724</c:v>
                </c:pt>
                <c:pt idx="345">
                  <c:v>725</c:v>
                </c:pt>
                <c:pt idx="346">
                  <c:v>726</c:v>
                </c:pt>
                <c:pt idx="347">
                  <c:v>727</c:v>
                </c:pt>
                <c:pt idx="348">
                  <c:v>728</c:v>
                </c:pt>
                <c:pt idx="349">
                  <c:v>729</c:v>
                </c:pt>
                <c:pt idx="350">
                  <c:v>730</c:v>
                </c:pt>
                <c:pt idx="351">
                  <c:v>731</c:v>
                </c:pt>
                <c:pt idx="352">
                  <c:v>732</c:v>
                </c:pt>
                <c:pt idx="353">
                  <c:v>733</c:v>
                </c:pt>
                <c:pt idx="354">
                  <c:v>734</c:v>
                </c:pt>
                <c:pt idx="355">
                  <c:v>735</c:v>
                </c:pt>
                <c:pt idx="356">
                  <c:v>736</c:v>
                </c:pt>
                <c:pt idx="357">
                  <c:v>737</c:v>
                </c:pt>
                <c:pt idx="358">
                  <c:v>738</c:v>
                </c:pt>
                <c:pt idx="359">
                  <c:v>739</c:v>
                </c:pt>
                <c:pt idx="360">
                  <c:v>740</c:v>
                </c:pt>
                <c:pt idx="361">
                  <c:v>741</c:v>
                </c:pt>
                <c:pt idx="362">
                  <c:v>742</c:v>
                </c:pt>
                <c:pt idx="363">
                  <c:v>743</c:v>
                </c:pt>
                <c:pt idx="364">
                  <c:v>744</c:v>
                </c:pt>
                <c:pt idx="365">
                  <c:v>745</c:v>
                </c:pt>
                <c:pt idx="366">
                  <c:v>746</c:v>
                </c:pt>
                <c:pt idx="367">
                  <c:v>747</c:v>
                </c:pt>
                <c:pt idx="368">
                  <c:v>748</c:v>
                </c:pt>
                <c:pt idx="369">
                  <c:v>749</c:v>
                </c:pt>
                <c:pt idx="370">
                  <c:v>750</c:v>
                </c:pt>
                <c:pt idx="371">
                  <c:v>751</c:v>
                </c:pt>
                <c:pt idx="372">
                  <c:v>752</c:v>
                </c:pt>
                <c:pt idx="373">
                  <c:v>753</c:v>
                </c:pt>
                <c:pt idx="374">
                  <c:v>754</c:v>
                </c:pt>
                <c:pt idx="375">
                  <c:v>755</c:v>
                </c:pt>
                <c:pt idx="376">
                  <c:v>756</c:v>
                </c:pt>
                <c:pt idx="377">
                  <c:v>757</c:v>
                </c:pt>
                <c:pt idx="378">
                  <c:v>758</c:v>
                </c:pt>
                <c:pt idx="379">
                  <c:v>759</c:v>
                </c:pt>
                <c:pt idx="380">
                  <c:v>760</c:v>
                </c:pt>
                <c:pt idx="381">
                  <c:v>761</c:v>
                </c:pt>
                <c:pt idx="382">
                  <c:v>762</c:v>
                </c:pt>
                <c:pt idx="383">
                  <c:v>763</c:v>
                </c:pt>
                <c:pt idx="384">
                  <c:v>764</c:v>
                </c:pt>
                <c:pt idx="385">
                  <c:v>765</c:v>
                </c:pt>
                <c:pt idx="386">
                  <c:v>766</c:v>
                </c:pt>
                <c:pt idx="387">
                  <c:v>767</c:v>
                </c:pt>
                <c:pt idx="388">
                  <c:v>768</c:v>
                </c:pt>
                <c:pt idx="389">
                  <c:v>769</c:v>
                </c:pt>
                <c:pt idx="390">
                  <c:v>770</c:v>
                </c:pt>
                <c:pt idx="391">
                  <c:v>771</c:v>
                </c:pt>
                <c:pt idx="392">
                  <c:v>772</c:v>
                </c:pt>
                <c:pt idx="393">
                  <c:v>773</c:v>
                </c:pt>
                <c:pt idx="394">
                  <c:v>774</c:v>
                </c:pt>
                <c:pt idx="395">
                  <c:v>775</c:v>
                </c:pt>
                <c:pt idx="396">
                  <c:v>776</c:v>
                </c:pt>
                <c:pt idx="397">
                  <c:v>777</c:v>
                </c:pt>
                <c:pt idx="398">
                  <c:v>778</c:v>
                </c:pt>
                <c:pt idx="399">
                  <c:v>779</c:v>
                </c:pt>
                <c:pt idx="400">
                  <c:v>780</c:v>
                </c:pt>
              </c:numCache>
            </c:numRef>
          </c:xVal>
          <c:yVal>
            <c:numRef>
              <c:f>汇总!$JJ$2:$JJ$1000</c:f>
              <c:numCache>
                <c:formatCode>General</c:formatCode>
                <c:ptCount val="999"/>
                <c:pt idx="0">
                  <c:v>4.6853405725567622E-4</c:v>
                </c:pt>
                <c:pt idx="1">
                  <c:v>2.3915597235932873E-4</c:v>
                </c:pt>
                <c:pt idx="2">
                  <c:v>1.2844027640671274E-4</c:v>
                </c:pt>
                <c:pt idx="3">
                  <c:v>6.9540967423494573E-5</c:v>
                </c:pt>
                <c:pt idx="4">
                  <c:v>1.760019743336624E-4</c:v>
                </c:pt>
                <c:pt idx="5">
                  <c:v>2.9865745310957549E-4</c:v>
                </c:pt>
                <c:pt idx="6">
                  <c:v>2.9865745310957549E-4</c:v>
                </c:pt>
                <c:pt idx="7">
                  <c:v>5.5528134254689046E-5</c:v>
                </c:pt>
                <c:pt idx="8">
                  <c:v>2.3158933859822311E-5</c:v>
                </c:pt>
                <c:pt idx="9">
                  <c:v>7.5799605133267524E-4</c:v>
                </c:pt>
                <c:pt idx="10">
                  <c:v>8.9925962487660404E-4</c:v>
                </c:pt>
                <c:pt idx="11">
                  <c:v>4.5217670286278381E-4</c:v>
                </c:pt>
                <c:pt idx="12">
                  <c:v>2.6370187561697929E-4</c:v>
                </c:pt>
                <c:pt idx="13">
                  <c:v>3.3179664363277396E-4</c:v>
                </c:pt>
                <c:pt idx="14">
                  <c:v>4.9615004935834163E-4</c:v>
                </c:pt>
                <c:pt idx="15">
                  <c:v>1.0002961500493583E-4</c:v>
                </c:pt>
                <c:pt idx="16">
                  <c:v>1.3645113524185588E-4</c:v>
                </c:pt>
                <c:pt idx="17">
                  <c:v>1.308390918065153E-4</c:v>
                </c:pt>
                <c:pt idx="18">
                  <c:v>3.4747285291214215E-4</c:v>
                </c:pt>
                <c:pt idx="19">
                  <c:v>1.9632280355380056E-5</c:v>
                </c:pt>
                <c:pt idx="20">
                  <c:v>7.6238894373149065E-5</c:v>
                </c:pt>
                <c:pt idx="21">
                  <c:v>2.0518756169792695E-4</c:v>
                </c:pt>
                <c:pt idx="22">
                  <c:v>3.5807502467917083E-4</c:v>
                </c:pt>
                <c:pt idx="23">
                  <c:v>3.1575024679170779E-4</c:v>
                </c:pt>
                <c:pt idx="24">
                  <c:v>2.0753701875616978E-4</c:v>
                </c:pt>
                <c:pt idx="25">
                  <c:v>2.7264067127344519E-4</c:v>
                </c:pt>
                <c:pt idx="26">
                  <c:v>2.287166831194472E-4</c:v>
                </c:pt>
                <c:pt idx="27">
                  <c:v>3.7918065153010863E-4</c:v>
                </c:pt>
                <c:pt idx="28">
                  <c:v>4.3679170779861796E-4</c:v>
                </c:pt>
                <c:pt idx="29">
                  <c:v>4.3679170779861796E-4</c:v>
                </c:pt>
                <c:pt idx="30">
                  <c:v>5.2388943731490622E-4</c:v>
                </c:pt>
                <c:pt idx="31">
                  <c:v>3.3771964461994076E-4</c:v>
                </c:pt>
                <c:pt idx="32">
                  <c:v>4.5312931885488648E-4</c:v>
                </c:pt>
                <c:pt idx="33">
                  <c:v>6.4017769002961506E-4</c:v>
                </c:pt>
                <c:pt idx="34">
                  <c:v>6.1224086870681146E-4</c:v>
                </c:pt>
                <c:pt idx="35">
                  <c:v>5.0967423494570579E-4</c:v>
                </c:pt>
                <c:pt idx="36">
                  <c:v>4.5633267522211254E-4</c:v>
                </c:pt>
                <c:pt idx="37">
                  <c:v>7.0449160908193486E-4</c:v>
                </c:pt>
                <c:pt idx="38">
                  <c:v>6.4284304047384003E-4</c:v>
                </c:pt>
                <c:pt idx="39">
                  <c:v>7.2986179664363284E-4</c:v>
                </c:pt>
                <c:pt idx="40">
                  <c:v>6.1470878578479763E-4</c:v>
                </c:pt>
                <c:pt idx="41">
                  <c:v>5.6697926949654488E-4</c:v>
                </c:pt>
                <c:pt idx="42">
                  <c:v>7.707305034550839E-4</c:v>
                </c:pt>
                <c:pt idx="43">
                  <c:v>5.4175715695952624E-4</c:v>
                </c:pt>
                <c:pt idx="44">
                  <c:v>1.0695952615992104E-3</c:v>
                </c:pt>
                <c:pt idx="45">
                  <c:v>9.5547877591312927E-4</c:v>
                </c:pt>
                <c:pt idx="46">
                  <c:v>1.0045409674234946E-3</c:v>
                </c:pt>
                <c:pt idx="47">
                  <c:v>1.0703356367226062E-3</c:v>
                </c:pt>
                <c:pt idx="48">
                  <c:v>9.813425468904245E-4</c:v>
                </c:pt>
                <c:pt idx="49">
                  <c:v>1.3568114511352419E-3</c:v>
                </c:pt>
                <c:pt idx="50">
                  <c:v>1.2937314906219153E-3</c:v>
                </c:pt>
                <c:pt idx="51">
                  <c:v>9.5202369200394869E-4</c:v>
                </c:pt>
                <c:pt idx="52">
                  <c:v>1.2549851924975321E-3</c:v>
                </c:pt>
                <c:pt idx="53">
                  <c:v>1.8388450148075024E-3</c:v>
                </c:pt>
                <c:pt idx="54">
                  <c:v>1.8464955577492596E-3</c:v>
                </c:pt>
                <c:pt idx="55">
                  <c:v>1.8753701875616978E-3</c:v>
                </c:pt>
                <c:pt idx="56">
                  <c:v>2.0962981243830207E-3</c:v>
                </c:pt>
                <c:pt idx="57">
                  <c:v>2.8319348469891415E-3</c:v>
                </c:pt>
                <c:pt idx="58">
                  <c:v>3.1054787759131289E-3</c:v>
                </c:pt>
                <c:pt idx="59">
                  <c:v>3.6063178677196443E-3</c:v>
                </c:pt>
                <c:pt idx="60">
                  <c:v>4.393534057255676E-3</c:v>
                </c:pt>
                <c:pt idx="61">
                  <c:v>5.7512339585389927E-3</c:v>
                </c:pt>
                <c:pt idx="62">
                  <c:v>7.5513326752221126E-3</c:v>
                </c:pt>
                <c:pt idx="63">
                  <c:v>1.0359822309970384E-2</c:v>
                </c:pt>
                <c:pt idx="64">
                  <c:v>1.4310463968410661E-2</c:v>
                </c:pt>
                <c:pt idx="65">
                  <c:v>2.017620927936821E-2</c:v>
                </c:pt>
                <c:pt idx="66">
                  <c:v>2.9447680157946694E-2</c:v>
                </c:pt>
                <c:pt idx="67">
                  <c:v>4.1853405725567616E-2</c:v>
                </c:pt>
                <c:pt idx="68">
                  <c:v>5.9299111549851929E-2</c:v>
                </c:pt>
                <c:pt idx="69">
                  <c:v>8.2240868706811451E-2</c:v>
                </c:pt>
                <c:pt idx="70">
                  <c:v>0.11669792694965449</c:v>
                </c:pt>
                <c:pt idx="71">
                  <c:v>0.15877591312931885</c:v>
                </c:pt>
                <c:pt idx="72">
                  <c:v>0.210533070088845</c:v>
                </c:pt>
                <c:pt idx="73">
                  <c:v>0.27320829220138204</c:v>
                </c:pt>
                <c:pt idx="74">
                  <c:v>0.35194965449160903</c:v>
                </c:pt>
                <c:pt idx="75">
                  <c:v>0.44161401776900294</c:v>
                </c:pt>
                <c:pt idx="76">
                  <c:v>0.53815399802566632</c:v>
                </c:pt>
                <c:pt idx="77">
                  <c:v>0.63943731490621913</c:v>
                </c:pt>
                <c:pt idx="78">
                  <c:v>0.73657453109575521</c:v>
                </c:pt>
                <c:pt idx="79">
                  <c:v>0.83543928923988153</c:v>
                </c:pt>
                <c:pt idx="80">
                  <c:v>0.91145113524185584</c:v>
                </c:pt>
                <c:pt idx="81">
                  <c:v>0.9698420533070089</c:v>
                </c:pt>
                <c:pt idx="82">
                  <c:v>0.99921026653504441</c:v>
                </c:pt>
                <c:pt idx="83">
                  <c:v>1</c:v>
                </c:pt>
                <c:pt idx="84">
                  <c:v>0.97285291214215197</c:v>
                </c:pt>
                <c:pt idx="85">
                  <c:v>0.91910167818361299</c:v>
                </c:pt>
                <c:pt idx="86">
                  <c:v>0.84896347482724577</c:v>
                </c:pt>
                <c:pt idx="87">
                  <c:v>0.75992102665350447</c:v>
                </c:pt>
                <c:pt idx="88">
                  <c:v>0.66989141164856869</c:v>
                </c:pt>
                <c:pt idx="89">
                  <c:v>0.58228035538005929</c:v>
                </c:pt>
                <c:pt idx="90">
                  <c:v>0.5016288252714709</c:v>
                </c:pt>
                <c:pt idx="91">
                  <c:v>0.42619940769990122</c:v>
                </c:pt>
                <c:pt idx="92">
                  <c:v>0.36155478775913125</c:v>
                </c:pt>
                <c:pt idx="93">
                  <c:v>0.30452122408687066</c:v>
                </c:pt>
                <c:pt idx="94">
                  <c:v>0.25705824284304046</c:v>
                </c:pt>
                <c:pt idx="95">
                  <c:v>0.2193928923988154</c:v>
                </c:pt>
                <c:pt idx="96">
                  <c:v>0.1868361303060217</c:v>
                </c:pt>
                <c:pt idx="97">
                  <c:v>0.16113524185587363</c:v>
                </c:pt>
                <c:pt idx="98">
                  <c:v>0.138751233958539</c:v>
                </c:pt>
                <c:pt idx="99">
                  <c:v>0.12088845014807502</c:v>
                </c:pt>
                <c:pt idx="100">
                  <c:v>0.10621421520236921</c:v>
                </c:pt>
                <c:pt idx="101">
                  <c:v>9.2606120434353414E-2</c:v>
                </c:pt>
                <c:pt idx="102">
                  <c:v>8.2413622902270486E-2</c:v>
                </c:pt>
                <c:pt idx="103">
                  <c:v>7.344521224086871E-2</c:v>
                </c:pt>
                <c:pt idx="104">
                  <c:v>6.6100691016781829E-2</c:v>
                </c:pt>
                <c:pt idx="105">
                  <c:v>5.9644619940769986E-2</c:v>
                </c:pt>
                <c:pt idx="106">
                  <c:v>5.3316880552813431E-2</c:v>
                </c:pt>
                <c:pt idx="107">
                  <c:v>4.8112043435340569E-2</c:v>
                </c:pt>
                <c:pt idx="108">
                  <c:v>4.3517769002961504E-2</c:v>
                </c:pt>
                <c:pt idx="109">
                  <c:v>3.954294175715696E-2</c:v>
                </c:pt>
                <c:pt idx="110">
                  <c:v>3.5506910167818359E-2</c:v>
                </c:pt>
                <c:pt idx="111">
                  <c:v>3.1822309970384995E-2</c:v>
                </c:pt>
                <c:pt idx="112">
                  <c:v>2.8597235932872656E-2</c:v>
                </c:pt>
                <c:pt idx="113">
                  <c:v>2.5725074037512341E-2</c:v>
                </c:pt>
                <c:pt idx="114">
                  <c:v>2.2977788746298126E-2</c:v>
                </c:pt>
                <c:pt idx="115">
                  <c:v>2.0578479763079957E-2</c:v>
                </c:pt>
                <c:pt idx="116">
                  <c:v>1.8350444225074036E-2</c:v>
                </c:pt>
                <c:pt idx="117">
                  <c:v>1.6369200394866733E-2</c:v>
                </c:pt>
                <c:pt idx="118">
                  <c:v>1.4500987166831193E-2</c:v>
                </c:pt>
                <c:pt idx="119">
                  <c:v>1.2696939782823297E-2</c:v>
                </c:pt>
                <c:pt idx="120">
                  <c:v>1.1442744323790721E-2</c:v>
                </c:pt>
                <c:pt idx="121">
                  <c:v>1.0241855873642645E-2</c:v>
                </c:pt>
                <c:pt idx="122">
                  <c:v>9.0049358341559721E-3</c:v>
                </c:pt>
                <c:pt idx="123">
                  <c:v>8.0192497532082917E-3</c:v>
                </c:pt>
                <c:pt idx="124">
                  <c:v>7.0404738400789727E-3</c:v>
                </c:pt>
                <c:pt idx="125">
                  <c:v>6.4042448173741362E-3</c:v>
                </c:pt>
                <c:pt idx="126">
                  <c:v>5.7739387956564654E-3</c:v>
                </c:pt>
                <c:pt idx="127">
                  <c:v>5.0177690029615009E-3</c:v>
                </c:pt>
                <c:pt idx="128">
                  <c:v>4.5275419545903256E-3</c:v>
                </c:pt>
                <c:pt idx="129">
                  <c:v>4.1308983218163869E-3</c:v>
                </c:pt>
                <c:pt idx="130">
                  <c:v>3.6543928923988152E-3</c:v>
                </c:pt>
                <c:pt idx="131">
                  <c:v>3.1285291214215201E-3</c:v>
                </c:pt>
                <c:pt idx="132">
                  <c:v>2.8650049358341563E-3</c:v>
                </c:pt>
                <c:pt idx="133">
                  <c:v>2.677640671273445E-3</c:v>
                </c:pt>
                <c:pt idx="134">
                  <c:v>2.5469891411648567E-3</c:v>
                </c:pt>
                <c:pt idx="135">
                  <c:v>2.1163376110562683E-3</c:v>
                </c:pt>
                <c:pt idx="136">
                  <c:v>1.9811451135241854E-3</c:v>
                </c:pt>
                <c:pt idx="137">
                  <c:v>1.9013326752221123E-3</c:v>
                </c:pt>
                <c:pt idx="138">
                  <c:v>1.691411648568608E-3</c:v>
                </c:pt>
                <c:pt idx="139">
                  <c:v>1.6845014807502468E-3</c:v>
                </c:pt>
                <c:pt idx="140">
                  <c:v>1.5231490621915105E-3</c:v>
                </c:pt>
                <c:pt idx="141">
                  <c:v>1.355725567620928E-3</c:v>
                </c:pt>
                <c:pt idx="142">
                  <c:v>1.2509871668311945E-3</c:v>
                </c:pt>
                <c:pt idx="143">
                  <c:v>1.1766041461006909E-3</c:v>
                </c:pt>
                <c:pt idx="144">
                  <c:v>1.1766535044422507E-3</c:v>
                </c:pt>
                <c:pt idx="145">
                  <c:v>1.0026159921026653E-3</c:v>
                </c:pt>
                <c:pt idx="146">
                  <c:v>9.5557749259624872E-4</c:v>
                </c:pt>
                <c:pt idx="147">
                  <c:v>7.9649555774925968E-4</c:v>
                </c:pt>
                <c:pt idx="148">
                  <c:v>8.5207305034550843E-4</c:v>
                </c:pt>
                <c:pt idx="149">
                  <c:v>8.0809476801579471E-4</c:v>
                </c:pt>
                <c:pt idx="150">
                  <c:v>6.8578479763079956E-4</c:v>
                </c:pt>
                <c:pt idx="151">
                  <c:v>7.1860809476801573E-4</c:v>
                </c:pt>
                <c:pt idx="152">
                  <c:v>6.7013820335636725E-4</c:v>
                </c:pt>
                <c:pt idx="153">
                  <c:v>7.3208292201382033E-4</c:v>
                </c:pt>
                <c:pt idx="154">
                  <c:v>6.0809476801579473E-4</c:v>
                </c:pt>
                <c:pt idx="155">
                  <c:v>6.4743336623889435E-4</c:v>
                </c:pt>
                <c:pt idx="156">
                  <c:v>5.4175715695952624E-4</c:v>
                </c:pt>
                <c:pt idx="157">
                  <c:v>4.5885982230997038E-4</c:v>
                </c:pt>
                <c:pt idx="158">
                  <c:v>4.7218163869693975E-4</c:v>
                </c:pt>
                <c:pt idx="159">
                  <c:v>3.9410661401776895E-4</c:v>
                </c:pt>
                <c:pt idx="160">
                  <c:v>3.7037512339585386E-4</c:v>
                </c:pt>
                <c:pt idx="161">
                  <c:v>2.7610562685093782E-4</c:v>
                </c:pt>
                <c:pt idx="162">
                  <c:v>4.5879565646594276E-4</c:v>
                </c:pt>
                <c:pt idx="163">
                  <c:v>3.7121421520236919E-4</c:v>
                </c:pt>
                <c:pt idx="164">
                  <c:v>3.1415597235932873E-4</c:v>
                </c:pt>
                <c:pt idx="165">
                  <c:v>2.4549851924975319E-4</c:v>
                </c:pt>
                <c:pt idx="166">
                  <c:v>2.2761599210266534E-4</c:v>
                </c:pt>
                <c:pt idx="167">
                  <c:v>2.9411648568608095E-4</c:v>
                </c:pt>
                <c:pt idx="168">
                  <c:v>2.8645607107601181E-4</c:v>
                </c:pt>
                <c:pt idx="169">
                  <c:v>2.4827245804540966E-4</c:v>
                </c:pt>
                <c:pt idx="170">
                  <c:v>1.7774925962487661E-4</c:v>
                </c:pt>
                <c:pt idx="171">
                  <c:v>9.0528134254689042E-5</c:v>
                </c:pt>
                <c:pt idx="172">
                  <c:v>2.168953603158934E-4</c:v>
                </c:pt>
                <c:pt idx="173">
                  <c:v>1.3358341559723593E-4</c:v>
                </c:pt>
                <c:pt idx="174">
                  <c:v>1.870533070088845E-4</c:v>
                </c:pt>
                <c:pt idx="175">
                  <c:v>1.9724086870681146E-4</c:v>
                </c:pt>
                <c:pt idx="176">
                  <c:v>2.0837117472852909E-4</c:v>
                </c:pt>
                <c:pt idx="177">
                  <c:v>1.5813919052319844E-4</c:v>
                </c:pt>
                <c:pt idx="178">
                  <c:v>1.4495557749259625E-4</c:v>
                </c:pt>
                <c:pt idx="179">
                  <c:v>1.4680651530108588E-4</c:v>
                </c:pt>
                <c:pt idx="180">
                  <c:v>1.324432379072063E-4</c:v>
                </c:pt>
                <c:pt idx="181">
                  <c:v>9.8711747285291207E-5</c:v>
                </c:pt>
                <c:pt idx="182">
                  <c:v>1.948914116485686E-4</c:v>
                </c:pt>
                <c:pt idx="183">
                  <c:v>1.2104146100691016E-4</c:v>
                </c:pt>
                <c:pt idx="184">
                  <c:v>1.4371174728529122E-4</c:v>
                </c:pt>
                <c:pt idx="185">
                  <c:v>1.1977788746298124E-4</c:v>
                </c:pt>
                <c:pt idx="186">
                  <c:v>8.9782823297137213E-5</c:v>
                </c:pt>
                <c:pt idx="187">
                  <c:v>1.1214708785784799E-4</c:v>
                </c:pt>
                <c:pt idx="188">
                  <c:v>1.7949654491609081E-4</c:v>
                </c:pt>
                <c:pt idx="189">
                  <c:v>1.710315893385982E-4</c:v>
                </c:pt>
                <c:pt idx="190">
                  <c:v>9.7813425468904242E-5</c:v>
                </c:pt>
                <c:pt idx="191">
                  <c:v>1.2420039486673248E-4</c:v>
                </c:pt>
                <c:pt idx="192">
                  <c:v>2.2894866732477786E-5</c:v>
                </c:pt>
                <c:pt idx="193">
                  <c:v>7.5557749259624879E-5</c:v>
                </c:pt>
                <c:pt idx="194">
                  <c:v>6.1944718657453115E-5</c:v>
                </c:pt>
                <c:pt idx="195">
                  <c:v>7.1159921026653505E-5</c:v>
                </c:pt>
                <c:pt idx="196">
                  <c:v>8.9580454096742338E-5</c:v>
                </c:pt>
                <c:pt idx="197">
                  <c:v>9.2694965449160901E-5</c:v>
                </c:pt>
                <c:pt idx="198">
                  <c:v>5.8425468904244816E-5</c:v>
                </c:pt>
                <c:pt idx="199">
                  <c:v>8.3109575518262584E-5</c:v>
                </c:pt>
                <c:pt idx="200">
                  <c:v>1.0330700888450148E-4</c:v>
                </c:pt>
                <c:pt idx="201">
                  <c:v>1.3379072063178678E-4</c:v>
                </c:pt>
                <c:pt idx="202">
                  <c:v>1.3379072063178678E-4</c:v>
                </c:pt>
                <c:pt idx="203">
                  <c:v>1.3379072063178678E-4</c:v>
                </c:pt>
                <c:pt idx="204">
                  <c:v>3.4416584402764066E-5</c:v>
                </c:pt>
                <c:pt idx="205">
                  <c:v>7.7665350444225081E-5</c:v>
                </c:pt>
                <c:pt idx="206">
                  <c:v>1.0653010858835143E-4</c:v>
                </c:pt>
                <c:pt idx="207">
                  <c:v>9.8573543928923976E-5</c:v>
                </c:pt>
                <c:pt idx="208">
                  <c:v>1.1945212240868708E-4</c:v>
                </c:pt>
                <c:pt idx="209">
                  <c:v>1.053010858835143E-4</c:v>
                </c:pt>
                <c:pt idx="210">
                  <c:v>8.6520236920039487E-5</c:v>
                </c:pt>
                <c:pt idx="211">
                  <c:v>8.9990128331688061E-5</c:v>
                </c:pt>
                <c:pt idx="212">
                  <c:v>7.1135241855873642E-5</c:v>
                </c:pt>
                <c:pt idx="213">
                  <c:v>7.1135241855873642E-5</c:v>
                </c:pt>
                <c:pt idx="214">
                  <c:v>4.7295656465942743E-5</c:v>
                </c:pt>
                <c:pt idx="215">
                  <c:v>7.6071076011846012E-5</c:v>
                </c:pt>
                <c:pt idx="216">
                  <c:v>5.6253701875616978E-5</c:v>
                </c:pt>
                <c:pt idx="217">
                  <c:v>4.5244817374136226E-5</c:v>
                </c:pt>
                <c:pt idx="218">
                  <c:v>4.8078973346495555E-5</c:v>
                </c:pt>
                <c:pt idx="219">
                  <c:v>9.1944718657453099E-5</c:v>
                </c:pt>
                <c:pt idx="220">
                  <c:v>6.1401776900296147E-5</c:v>
                </c:pt>
                <c:pt idx="221">
                  <c:v>1.5624876604146101E-6</c:v>
                </c:pt>
                <c:pt idx="222">
                  <c:v>5.6179664363277396E-5</c:v>
                </c:pt>
                <c:pt idx="223">
                  <c:v>8.8519249753208292E-5</c:v>
                </c:pt>
                <c:pt idx="224">
                  <c:v>7.3307008884501473E-5</c:v>
                </c:pt>
                <c:pt idx="225">
                  <c:v>1.095360315893386E-4</c:v>
                </c:pt>
                <c:pt idx="226">
                  <c:v>4.663820335636723E-5</c:v>
                </c:pt>
                <c:pt idx="227">
                  <c:v>4.663820335636723E-5</c:v>
                </c:pt>
                <c:pt idx="228">
                  <c:v>1.3668311944718656E-4</c:v>
                </c:pt>
                <c:pt idx="229">
                  <c:v>1.2285291214215202E-4</c:v>
                </c:pt>
                <c:pt idx="230">
                  <c:v>8.6623889437314897E-5</c:v>
                </c:pt>
                <c:pt idx="231">
                  <c:v>1.0202369200394867E-4</c:v>
                </c:pt>
                <c:pt idx="232">
                  <c:v>9.2240868706811453E-5</c:v>
                </c:pt>
                <c:pt idx="233">
                  <c:v>2.4296150049358341E-5</c:v>
                </c:pt>
                <c:pt idx="234">
                  <c:v>9.2329713721618959E-5</c:v>
                </c:pt>
                <c:pt idx="235">
                  <c:v>1.7560217176702862E-5</c:v>
                </c:pt>
                <c:pt idx="236">
                  <c:v>9.3854886475814412E-5</c:v>
                </c:pt>
                <c:pt idx="237">
                  <c:v>4.2996051332675225E-5</c:v>
                </c:pt>
                <c:pt idx="238">
                  <c:v>1.9500493583415598E-5</c:v>
                </c:pt>
                <c:pt idx="239">
                  <c:v>1.9500493583415598E-5</c:v>
                </c:pt>
                <c:pt idx="240">
                  <c:v>1.9500493583415598E-5</c:v>
                </c:pt>
                <c:pt idx="241">
                  <c:v>8.3075024679170776E-5</c:v>
                </c:pt>
                <c:pt idx="242">
                  <c:v>9.6372161895360323E-5</c:v>
                </c:pt>
                <c:pt idx="243">
                  <c:v>5.4313919052319843E-5</c:v>
                </c:pt>
                <c:pt idx="244">
                  <c:v>2.4914116485686079E-5</c:v>
                </c:pt>
                <c:pt idx="245">
                  <c:v>2.4914116485686079E-5</c:v>
                </c:pt>
                <c:pt idx="246">
                  <c:v>5.045903257650543E-5</c:v>
                </c:pt>
                <c:pt idx="247">
                  <c:v>1.0192003948667325E-4</c:v>
                </c:pt>
                <c:pt idx="248">
                  <c:v>1.0866238894373148E-4</c:v>
                </c:pt>
                <c:pt idx="249">
                  <c:v>3.0816386969397831E-6</c:v>
                </c:pt>
                <c:pt idx="250">
                  <c:v>3.0816386969397831E-6</c:v>
                </c:pt>
                <c:pt idx="251">
                  <c:v>5.930898321816387E-5</c:v>
                </c:pt>
                <c:pt idx="252">
                  <c:v>2.9032576505429416E-5</c:v>
                </c:pt>
                <c:pt idx="253">
                  <c:v>1.4992596248766042E-5</c:v>
                </c:pt>
                <c:pt idx="254">
                  <c:v>5.8682132280355376E-5</c:v>
                </c:pt>
                <c:pt idx="255">
                  <c:v>8.2729516288252724E-5</c:v>
                </c:pt>
                <c:pt idx="256">
                  <c:v>7.2295162882527153E-5</c:v>
                </c:pt>
                <c:pt idx="257">
                  <c:v>9.4141164856860807E-5</c:v>
                </c:pt>
                <c:pt idx="258">
                  <c:v>1.0865745310957552E-4</c:v>
                </c:pt>
                <c:pt idx="259">
                  <c:v>5.5429417571569588E-5</c:v>
                </c:pt>
                <c:pt idx="260">
                  <c:v>5.5429417571569588E-5</c:v>
                </c:pt>
                <c:pt idx="261">
                  <c:v>3.7156959526159917E-5</c:v>
                </c:pt>
                <c:pt idx="262">
                  <c:v>1.3035044422507404E-4</c:v>
                </c:pt>
                <c:pt idx="263">
                  <c:v>7.8385982230997034E-5</c:v>
                </c:pt>
                <c:pt idx="264">
                  <c:v>7.8385982230997034E-5</c:v>
                </c:pt>
                <c:pt idx="265">
                  <c:v>7.8385982230997034E-5</c:v>
                </c:pt>
                <c:pt idx="266">
                  <c:v>6.7843040473840076E-7</c:v>
                </c:pt>
                <c:pt idx="267">
                  <c:v>9.3302073050345499E-5</c:v>
                </c:pt>
                <c:pt idx="268">
                  <c:v>8.20730503455084E-5</c:v>
                </c:pt>
                <c:pt idx="269">
                  <c:v>8.20730503455084E-5</c:v>
                </c:pt>
                <c:pt idx="270">
                  <c:v>8.20730503455084E-5</c:v>
                </c:pt>
                <c:pt idx="271">
                  <c:v>8.6184600197433366E-5</c:v>
                </c:pt>
                <c:pt idx="272">
                  <c:v>2.4110069101678183E-4</c:v>
                </c:pt>
                <c:pt idx="273">
                  <c:v>1.2025666337611056E-4</c:v>
                </c:pt>
                <c:pt idx="274">
                  <c:v>1.4511846001974332E-4</c:v>
                </c:pt>
                <c:pt idx="275">
                  <c:v>7.5345508390918073E-5</c:v>
                </c:pt>
                <c:pt idx="276">
                  <c:v>7.5345508390918073E-5</c:v>
                </c:pt>
                <c:pt idx="277">
                  <c:v>7.5345508390918073E-5</c:v>
                </c:pt>
                <c:pt idx="278">
                  <c:v>1.1297137216189536E-5</c:v>
                </c:pt>
                <c:pt idx="279">
                  <c:v>1.1297137216189536E-5</c:v>
                </c:pt>
                <c:pt idx="280">
                  <c:v>1.1297137216189536E-5</c:v>
                </c:pt>
                <c:pt idx="281">
                  <c:v>1.1934846989141165E-5</c:v>
                </c:pt>
                <c:pt idx="282">
                  <c:v>1.5124876604146099E-4</c:v>
                </c:pt>
                <c:pt idx="283">
                  <c:v>6.6337611056268504E-5</c:v>
                </c:pt>
                <c:pt idx="284">
                  <c:v>9.3440276406712731E-5</c:v>
                </c:pt>
                <c:pt idx="285">
                  <c:v>3.9567127344521222E-5</c:v>
                </c:pt>
                <c:pt idx="286">
                  <c:v>7.6915103652517279E-5</c:v>
                </c:pt>
                <c:pt idx="287">
                  <c:v>3.718953603158934E-5</c:v>
                </c:pt>
                <c:pt idx="288">
                  <c:v>7.3553800592300101E-5</c:v>
                </c:pt>
                <c:pt idx="289">
                  <c:v>7.0133267522211253E-5</c:v>
                </c:pt>
                <c:pt idx="290">
                  <c:v>4.7052813425468905E-5</c:v>
                </c:pt>
                <c:pt idx="291">
                  <c:v>1.0737907206317868E-5</c:v>
                </c:pt>
                <c:pt idx="292">
                  <c:v>1.0737907206317868E-5</c:v>
                </c:pt>
                <c:pt idx="293">
                  <c:v>5.4447186574531096E-5</c:v>
                </c:pt>
                <c:pt idx="294">
                  <c:v>1.4216683119447186E-4</c:v>
                </c:pt>
                <c:pt idx="295">
                  <c:v>2.4674728529121421E-6</c:v>
                </c:pt>
                <c:pt idx="296">
                  <c:v>2.4674728529121421E-6</c:v>
                </c:pt>
                <c:pt idx="297">
                  <c:v>2.4674728529121421E-6</c:v>
                </c:pt>
                <c:pt idx="298">
                  <c:v>2.4674728529121421E-6</c:v>
                </c:pt>
                <c:pt idx="299">
                  <c:v>2.4674728529121421E-6</c:v>
                </c:pt>
                <c:pt idx="300">
                  <c:v>2.4674728529121421E-6</c:v>
                </c:pt>
                <c:pt idx="301">
                  <c:v>9.0513326752221125E-5</c:v>
                </c:pt>
                <c:pt idx="302">
                  <c:v>9.0513326752221125E-5</c:v>
                </c:pt>
                <c:pt idx="303">
                  <c:v>9.0513326752221125E-5</c:v>
                </c:pt>
                <c:pt idx="304">
                  <c:v>2.0932872655478775E-5</c:v>
                </c:pt>
                <c:pt idx="305">
                  <c:v>1.0869200394866733E-4</c:v>
                </c:pt>
                <c:pt idx="306">
                  <c:v>3.0932872655478777E-5</c:v>
                </c:pt>
                <c:pt idx="307">
                  <c:v>4.3363277393879566E-5</c:v>
                </c:pt>
                <c:pt idx="308">
                  <c:v>1.1777393879565646E-5</c:v>
                </c:pt>
                <c:pt idx="309">
                  <c:v>1.1777393879565646E-5</c:v>
                </c:pt>
                <c:pt idx="310">
                  <c:v>3.2629812438302072E-6</c:v>
                </c:pt>
                <c:pt idx="311">
                  <c:v>3.2629812438302072E-6</c:v>
                </c:pt>
                <c:pt idx="312">
                  <c:v>3.2629812438302072E-6</c:v>
                </c:pt>
                <c:pt idx="313">
                  <c:v>5.8455083909180651E-5</c:v>
                </c:pt>
                <c:pt idx="314">
                  <c:v>5.8455083909180651E-5</c:v>
                </c:pt>
                <c:pt idx="315">
                  <c:v>5.8455083909180651E-5</c:v>
                </c:pt>
                <c:pt idx="316">
                  <c:v>9.13919052319842E-5</c:v>
                </c:pt>
                <c:pt idx="317">
                  <c:v>3.7230503455083906E-6</c:v>
                </c:pt>
                <c:pt idx="318">
                  <c:v>1.7606614017769002E-4</c:v>
                </c:pt>
                <c:pt idx="319">
                  <c:v>1.6020236920039486E-4</c:v>
                </c:pt>
                <c:pt idx="320">
                  <c:v>1.656959526159921E-4</c:v>
                </c:pt>
                <c:pt idx="321">
                  <c:v>8.0552813425468906E-5</c:v>
                </c:pt>
                <c:pt idx="322">
                  <c:v>8.0552813425468906E-5</c:v>
                </c:pt>
                <c:pt idx="323">
                  <c:v>1.4898815399802567E-4</c:v>
                </c:pt>
                <c:pt idx="324">
                  <c:v>2.086031589338598E-4</c:v>
                </c:pt>
                <c:pt idx="325">
                  <c:v>1.3290227048371175E-4</c:v>
                </c:pt>
                <c:pt idx="326">
                  <c:v>6.259131293188548E-5</c:v>
                </c:pt>
                <c:pt idx="327">
                  <c:v>1.5387956564659428E-4</c:v>
                </c:pt>
                <c:pt idx="328">
                  <c:v>2.6774925962487662E-4</c:v>
                </c:pt>
                <c:pt idx="329">
                  <c:v>6.6204343534057258E-5</c:v>
                </c:pt>
                <c:pt idx="330">
                  <c:v>5.5143139190523199E-5</c:v>
                </c:pt>
                <c:pt idx="331">
                  <c:v>8.0197433366238895E-5</c:v>
                </c:pt>
                <c:pt idx="332">
                  <c:v>1.7728035538005922E-5</c:v>
                </c:pt>
                <c:pt idx="333">
                  <c:v>1.7728035538005922E-5</c:v>
                </c:pt>
                <c:pt idx="334">
                  <c:v>1.8713228035538006E-4</c:v>
                </c:pt>
                <c:pt idx="335">
                  <c:v>1.5728529121421521E-4</c:v>
                </c:pt>
                <c:pt idx="336">
                  <c:v>3.1400296150049353E-5</c:v>
                </c:pt>
                <c:pt idx="337">
                  <c:v>1.7205824284304046E-4</c:v>
                </c:pt>
                <c:pt idx="338">
                  <c:v>1.4093287265547877E-5</c:v>
                </c:pt>
                <c:pt idx="339">
                  <c:v>2.373050345508391E-4</c:v>
                </c:pt>
                <c:pt idx="340">
                  <c:v>5.4466929911154986E-5</c:v>
                </c:pt>
                <c:pt idx="341">
                  <c:v>1.3712734452122409E-4</c:v>
                </c:pt>
                <c:pt idx="342">
                  <c:v>3.0330700888450148E-4</c:v>
                </c:pt>
                <c:pt idx="343">
                  <c:v>2.4897334649555777E-4</c:v>
                </c:pt>
                <c:pt idx="344">
                  <c:v>3.3176209279368212E-4</c:v>
                </c:pt>
                <c:pt idx="345">
                  <c:v>1.2707798617966437E-4</c:v>
                </c:pt>
                <c:pt idx="346">
                  <c:v>1.2707798617966437E-4</c:v>
                </c:pt>
                <c:pt idx="347">
                  <c:v>1.9141658440276405E-4</c:v>
                </c:pt>
                <c:pt idx="348">
                  <c:v>1.9141658440276405E-4</c:v>
                </c:pt>
                <c:pt idx="349">
                  <c:v>1.9141658440276405E-4</c:v>
                </c:pt>
                <c:pt idx="350">
                  <c:v>3.9325271470878577E-4</c:v>
                </c:pt>
                <c:pt idx="351">
                  <c:v>3.6428923988153999E-4</c:v>
                </c:pt>
                <c:pt idx="352">
                  <c:v>2.614659427443238E-4</c:v>
                </c:pt>
                <c:pt idx="353">
                  <c:v>7.563672260612044E-5</c:v>
                </c:pt>
                <c:pt idx="354">
                  <c:v>1.3699407699901283E-5</c:v>
                </c:pt>
                <c:pt idx="355">
                  <c:v>1.440572556762093E-4</c:v>
                </c:pt>
                <c:pt idx="356">
                  <c:v>3.2422013820335632E-4</c:v>
                </c:pt>
                <c:pt idx="357">
                  <c:v>2.9364264560710759E-4</c:v>
                </c:pt>
                <c:pt idx="358">
                  <c:v>2.9640177690029611E-4</c:v>
                </c:pt>
                <c:pt idx="359">
                  <c:v>5.4338598223099706E-5</c:v>
                </c:pt>
                <c:pt idx="360">
                  <c:v>2.764461994076999E-4</c:v>
                </c:pt>
                <c:pt idx="361">
                  <c:v>1.9114017769002962E-4</c:v>
                </c:pt>
                <c:pt idx="362">
                  <c:v>1.9114017769002962E-4</c:v>
                </c:pt>
                <c:pt idx="363">
                  <c:v>9.649062191510365E-5</c:v>
                </c:pt>
                <c:pt idx="364">
                  <c:v>8.3953603158933851E-5</c:v>
                </c:pt>
                <c:pt idx="365">
                  <c:v>1.3573050345508391E-4</c:v>
                </c:pt>
                <c:pt idx="366">
                  <c:v>1.519792694965449E-4</c:v>
                </c:pt>
                <c:pt idx="367">
                  <c:v>1.519792694965449E-4</c:v>
                </c:pt>
                <c:pt idx="368">
                  <c:v>3.6333168805528131E-4</c:v>
                </c:pt>
                <c:pt idx="369">
                  <c:v>2.6298124383020729E-4</c:v>
                </c:pt>
                <c:pt idx="370">
                  <c:v>4.4142645607107602E-5</c:v>
                </c:pt>
                <c:pt idx="371">
                  <c:v>4.4142645607107602E-5</c:v>
                </c:pt>
                <c:pt idx="372">
                  <c:v>4.4142645607107602E-5</c:v>
                </c:pt>
                <c:pt idx="373">
                  <c:v>1.1795656465942744E-4</c:v>
                </c:pt>
                <c:pt idx="374">
                  <c:v>1.1373149062191511E-4</c:v>
                </c:pt>
                <c:pt idx="375">
                  <c:v>4.4891905231984208E-5</c:v>
                </c:pt>
                <c:pt idx="376">
                  <c:v>4.4891905231984208E-5</c:v>
                </c:pt>
                <c:pt idx="377">
                  <c:v>1.6389930898321817E-4</c:v>
                </c:pt>
                <c:pt idx="378">
                  <c:v>4.1283316880552813E-4</c:v>
                </c:pt>
                <c:pt idx="379">
                  <c:v>4.1283316880552813E-4</c:v>
                </c:pt>
                <c:pt idx="380">
                  <c:v>3.3238400789733466E-4</c:v>
                </c:pt>
                <c:pt idx="381">
                  <c:v>1.4734945705824283E-4</c:v>
                </c:pt>
                <c:pt idx="382">
                  <c:v>1.4734945705824283E-4</c:v>
                </c:pt>
                <c:pt idx="383">
                  <c:v>3.185340572556762E-6</c:v>
                </c:pt>
                <c:pt idx="384">
                  <c:v>3.101085883514314E-4</c:v>
                </c:pt>
                <c:pt idx="385">
                  <c:v>6.3035538005923005E-4</c:v>
                </c:pt>
                <c:pt idx="386">
                  <c:v>3.4561697926949653E-4</c:v>
                </c:pt>
                <c:pt idx="387">
                  <c:v>3.5469397828232971E-5</c:v>
                </c:pt>
                <c:pt idx="388">
                  <c:v>1.7820829220138203E-4</c:v>
                </c:pt>
                <c:pt idx="389">
                  <c:v>4.6380059230009872E-4</c:v>
                </c:pt>
                <c:pt idx="390">
                  <c:v>6.1623889437314907E-4</c:v>
                </c:pt>
                <c:pt idx="391">
                  <c:v>3.6641164856860808E-4</c:v>
                </c:pt>
                <c:pt idx="392">
                  <c:v>8.4807502467917076E-5</c:v>
                </c:pt>
                <c:pt idx="393">
                  <c:v>3.296989141164857E-4</c:v>
                </c:pt>
                <c:pt idx="394">
                  <c:v>4.0770483711747289E-4</c:v>
                </c:pt>
                <c:pt idx="395">
                  <c:v>6.9358341559723588E-4</c:v>
                </c:pt>
                <c:pt idx="396">
                  <c:v>6.9358341559723588E-4</c:v>
                </c:pt>
                <c:pt idx="397">
                  <c:v>8.3933859822309971E-6</c:v>
                </c:pt>
                <c:pt idx="398">
                  <c:v>4.9654491609081933E-4</c:v>
                </c:pt>
                <c:pt idx="399">
                  <c:v>4.7846001974333657E-4</c:v>
                </c:pt>
                <c:pt idx="400">
                  <c:v>5.7384007897334647E-4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3DE-4FEA-85D8-262164D9ECD5}"/>
            </c:ext>
          </c:extLst>
        </c:ser>
        <c:ser>
          <c:idx val="3"/>
          <c:order val="3"/>
          <c:tx>
            <c:v>IVL-5-3-P3</c:v>
          </c:tx>
          <c:spPr>
            <a:ln w="38100" cap="rnd" cmpd="sng" algn="ctr">
              <a:solidFill>
                <a:srgbClr val="640064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汇总!$JL$2:$JL$1000</c:f>
              <c:numCache>
                <c:formatCode>General</c:formatCode>
                <c:ptCount val="999"/>
                <c:pt idx="0">
                  <c:v>380</c:v>
                </c:pt>
                <c:pt idx="1">
                  <c:v>381</c:v>
                </c:pt>
                <c:pt idx="2">
                  <c:v>382</c:v>
                </c:pt>
                <c:pt idx="3">
                  <c:v>383</c:v>
                </c:pt>
                <c:pt idx="4">
                  <c:v>384</c:v>
                </c:pt>
                <c:pt idx="5">
                  <c:v>385</c:v>
                </c:pt>
                <c:pt idx="6">
                  <c:v>386</c:v>
                </c:pt>
                <c:pt idx="7">
                  <c:v>387</c:v>
                </c:pt>
                <c:pt idx="8">
                  <c:v>388</c:v>
                </c:pt>
                <c:pt idx="9">
                  <c:v>389</c:v>
                </c:pt>
                <c:pt idx="10">
                  <c:v>390</c:v>
                </c:pt>
                <c:pt idx="11">
                  <c:v>391</c:v>
                </c:pt>
                <c:pt idx="12">
                  <c:v>392</c:v>
                </c:pt>
                <c:pt idx="13">
                  <c:v>393</c:v>
                </c:pt>
                <c:pt idx="14">
                  <c:v>394</c:v>
                </c:pt>
                <c:pt idx="15">
                  <c:v>395</c:v>
                </c:pt>
                <c:pt idx="16">
                  <c:v>396</c:v>
                </c:pt>
                <c:pt idx="17">
                  <c:v>397</c:v>
                </c:pt>
                <c:pt idx="18">
                  <c:v>398</c:v>
                </c:pt>
                <c:pt idx="19">
                  <c:v>399</c:v>
                </c:pt>
                <c:pt idx="20">
                  <c:v>400</c:v>
                </c:pt>
                <c:pt idx="21">
                  <c:v>401</c:v>
                </c:pt>
                <c:pt idx="22">
                  <c:v>402</c:v>
                </c:pt>
                <c:pt idx="23">
                  <c:v>403</c:v>
                </c:pt>
                <c:pt idx="24">
                  <c:v>404</c:v>
                </c:pt>
                <c:pt idx="25">
                  <c:v>405</c:v>
                </c:pt>
                <c:pt idx="26">
                  <c:v>406</c:v>
                </c:pt>
                <c:pt idx="27">
                  <c:v>407</c:v>
                </c:pt>
                <c:pt idx="28">
                  <c:v>408</c:v>
                </c:pt>
                <c:pt idx="29">
                  <c:v>409</c:v>
                </c:pt>
                <c:pt idx="30">
                  <c:v>410</c:v>
                </c:pt>
                <c:pt idx="31">
                  <c:v>411</c:v>
                </c:pt>
                <c:pt idx="32">
                  <c:v>412</c:v>
                </c:pt>
                <c:pt idx="33">
                  <c:v>413</c:v>
                </c:pt>
                <c:pt idx="34">
                  <c:v>414</c:v>
                </c:pt>
                <c:pt idx="35">
                  <c:v>415</c:v>
                </c:pt>
                <c:pt idx="36">
                  <c:v>416</c:v>
                </c:pt>
                <c:pt idx="37">
                  <c:v>417</c:v>
                </c:pt>
                <c:pt idx="38">
                  <c:v>418</c:v>
                </c:pt>
                <c:pt idx="39">
                  <c:v>419</c:v>
                </c:pt>
                <c:pt idx="40">
                  <c:v>420</c:v>
                </c:pt>
                <c:pt idx="41">
                  <c:v>421</c:v>
                </c:pt>
                <c:pt idx="42">
                  <c:v>422</c:v>
                </c:pt>
                <c:pt idx="43">
                  <c:v>423</c:v>
                </c:pt>
                <c:pt idx="44">
                  <c:v>424</c:v>
                </c:pt>
                <c:pt idx="45">
                  <c:v>425</c:v>
                </c:pt>
                <c:pt idx="46">
                  <c:v>426</c:v>
                </c:pt>
                <c:pt idx="47">
                  <c:v>427</c:v>
                </c:pt>
                <c:pt idx="48">
                  <c:v>428</c:v>
                </c:pt>
                <c:pt idx="49">
                  <c:v>429</c:v>
                </c:pt>
                <c:pt idx="50">
                  <c:v>430</c:v>
                </c:pt>
                <c:pt idx="51">
                  <c:v>431</c:v>
                </c:pt>
                <c:pt idx="52">
                  <c:v>432</c:v>
                </c:pt>
                <c:pt idx="53">
                  <c:v>433</c:v>
                </c:pt>
                <c:pt idx="54">
                  <c:v>434</c:v>
                </c:pt>
                <c:pt idx="55">
                  <c:v>435</c:v>
                </c:pt>
                <c:pt idx="56">
                  <c:v>436</c:v>
                </c:pt>
                <c:pt idx="57">
                  <c:v>437</c:v>
                </c:pt>
                <c:pt idx="58">
                  <c:v>438</c:v>
                </c:pt>
                <c:pt idx="59">
                  <c:v>439</c:v>
                </c:pt>
                <c:pt idx="60">
                  <c:v>440</c:v>
                </c:pt>
                <c:pt idx="61">
                  <c:v>441</c:v>
                </c:pt>
                <c:pt idx="62">
                  <c:v>442</c:v>
                </c:pt>
                <c:pt idx="63">
                  <c:v>443</c:v>
                </c:pt>
                <c:pt idx="64">
                  <c:v>444</c:v>
                </c:pt>
                <c:pt idx="65">
                  <c:v>445</c:v>
                </c:pt>
                <c:pt idx="66">
                  <c:v>446</c:v>
                </c:pt>
                <c:pt idx="67">
                  <c:v>447</c:v>
                </c:pt>
                <c:pt idx="68">
                  <c:v>448</c:v>
                </c:pt>
                <c:pt idx="69">
                  <c:v>449</c:v>
                </c:pt>
                <c:pt idx="70">
                  <c:v>450</c:v>
                </c:pt>
                <c:pt idx="71">
                  <c:v>451</c:v>
                </c:pt>
                <c:pt idx="72">
                  <c:v>452</c:v>
                </c:pt>
                <c:pt idx="73">
                  <c:v>453</c:v>
                </c:pt>
                <c:pt idx="74">
                  <c:v>454</c:v>
                </c:pt>
                <c:pt idx="75">
                  <c:v>455</c:v>
                </c:pt>
                <c:pt idx="76">
                  <c:v>456</c:v>
                </c:pt>
                <c:pt idx="77">
                  <c:v>457</c:v>
                </c:pt>
                <c:pt idx="78">
                  <c:v>458</c:v>
                </c:pt>
                <c:pt idx="79">
                  <c:v>459</c:v>
                </c:pt>
                <c:pt idx="80">
                  <c:v>460</c:v>
                </c:pt>
                <c:pt idx="81">
                  <c:v>461</c:v>
                </c:pt>
                <c:pt idx="82">
                  <c:v>462</c:v>
                </c:pt>
                <c:pt idx="83">
                  <c:v>463</c:v>
                </c:pt>
                <c:pt idx="84">
                  <c:v>464</c:v>
                </c:pt>
                <c:pt idx="85">
                  <c:v>465</c:v>
                </c:pt>
                <c:pt idx="86">
                  <c:v>466</c:v>
                </c:pt>
                <c:pt idx="87">
                  <c:v>467</c:v>
                </c:pt>
                <c:pt idx="88">
                  <c:v>468</c:v>
                </c:pt>
                <c:pt idx="89">
                  <c:v>469</c:v>
                </c:pt>
                <c:pt idx="90">
                  <c:v>470</c:v>
                </c:pt>
                <c:pt idx="91">
                  <c:v>471</c:v>
                </c:pt>
                <c:pt idx="92">
                  <c:v>472</c:v>
                </c:pt>
                <c:pt idx="93">
                  <c:v>473</c:v>
                </c:pt>
                <c:pt idx="94">
                  <c:v>474</c:v>
                </c:pt>
                <c:pt idx="95">
                  <c:v>475</c:v>
                </c:pt>
                <c:pt idx="96">
                  <c:v>476</c:v>
                </c:pt>
                <c:pt idx="97">
                  <c:v>477</c:v>
                </c:pt>
                <c:pt idx="98">
                  <c:v>478</c:v>
                </c:pt>
                <c:pt idx="99">
                  <c:v>479</c:v>
                </c:pt>
                <c:pt idx="100">
                  <c:v>480</c:v>
                </c:pt>
                <c:pt idx="101">
                  <c:v>481</c:v>
                </c:pt>
                <c:pt idx="102">
                  <c:v>482</c:v>
                </c:pt>
                <c:pt idx="103">
                  <c:v>483</c:v>
                </c:pt>
                <c:pt idx="104">
                  <c:v>484</c:v>
                </c:pt>
                <c:pt idx="105">
                  <c:v>485</c:v>
                </c:pt>
                <c:pt idx="106">
                  <c:v>486</c:v>
                </c:pt>
                <c:pt idx="107">
                  <c:v>487</c:v>
                </c:pt>
                <c:pt idx="108">
                  <c:v>488</c:v>
                </c:pt>
                <c:pt idx="109">
                  <c:v>489</c:v>
                </c:pt>
                <c:pt idx="110">
                  <c:v>490</c:v>
                </c:pt>
                <c:pt idx="111">
                  <c:v>491</c:v>
                </c:pt>
                <c:pt idx="112">
                  <c:v>492</c:v>
                </c:pt>
                <c:pt idx="113">
                  <c:v>493</c:v>
                </c:pt>
                <c:pt idx="114">
                  <c:v>494</c:v>
                </c:pt>
                <c:pt idx="115">
                  <c:v>495</c:v>
                </c:pt>
                <c:pt idx="116">
                  <c:v>496</c:v>
                </c:pt>
                <c:pt idx="117">
                  <c:v>497</c:v>
                </c:pt>
                <c:pt idx="118">
                  <c:v>498</c:v>
                </c:pt>
                <c:pt idx="119">
                  <c:v>499</c:v>
                </c:pt>
                <c:pt idx="120">
                  <c:v>500</c:v>
                </c:pt>
                <c:pt idx="121">
                  <c:v>501</c:v>
                </c:pt>
                <c:pt idx="122">
                  <c:v>502</c:v>
                </c:pt>
                <c:pt idx="123">
                  <c:v>503</c:v>
                </c:pt>
                <c:pt idx="124">
                  <c:v>504</c:v>
                </c:pt>
                <c:pt idx="125">
                  <c:v>505</c:v>
                </c:pt>
                <c:pt idx="126">
                  <c:v>506</c:v>
                </c:pt>
                <c:pt idx="127">
                  <c:v>507</c:v>
                </c:pt>
                <c:pt idx="128">
                  <c:v>508</c:v>
                </c:pt>
                <c:pt idx="129">
                  <c:v>509</c:v>
                </c:pt>
                <c:pt idx="130">
                  <c:v>510</c:v>
                </c:pt>
                <c:pt idx="131">
                  <c:v>511</c:v>
                </c:pt>
                <c:pt idx="132">
                  <c:v>512</c:v>
                </c:pt>
                <c:pt idx="133">
                  <c:v>513</c:v>
                </c:pt>
                <c:pt idx="134">
                  <c:v>514</c:v>
                </c:pt>
                <c:pt idx="135">
                  <c:v>515</c:v>
                </c:pt>
                <c:pt idx="136">
                  <c:v>516</c:v>
                </c:pt>
                <c:pt idx="137">
                  <c:v>517</c:v>
                </c:pt>
                <c:pt idx="138">
                  <c:v>518</c:v>
                </c:pt>
                <c:pt idx="139">
                  <c:v>519</c:v>
                </c:pt>
                <c:pt idx="140">
                  <c:v>520</c:v>
                </c:pt>
                <c:pt idx="141">
                  <c:v>521</c:v>
                </c:pt>
                <c:pt idx="142">
                  <c:v>522</c:v>
                </c:pt>
                <c:pt idx="143">
                  <c:v>523</c:v>
                </c:pt>
                <c:pt idx="144">
                  <c:v>524</c:v>
                </c:pt>
                <c:pt idx="145">
                  <c:v>525</c:v>
                </c:pt>
                <c:pt idx="146">
                  <c:v>526</c:v>
                </c:pt>
                <c:pt idx="147">
                  <c:v>527</c:v>
                </c:pt>
                <c:pt idx="148">
                  <c:v>528</c:v>
                </c:pt>
                <c:pt idx="149">
                  <c:v>529</c:v>
                </c:pt>
                <c:pt idx="150">
                  <c:v>530</c:v>
                </c:pt>
                <c:pt idx="151">
                  <c:v>531</c:v>
                </c:pt>
                <c:pt idx="152">
                  <c:v>532</c:v>
                </c:pt>
                <c:pt idx="153">
                  <c:v>533</c:v>
                </c:pt>
                <c:pt idx="154">
                  <c:v>534</c:v>
                </c:pt>
                <c:pt idx="155">
                  <c:v>535</c:v>
                </c:pt>
                <c:pt idx="156">
                  <c:v>536</c:v>
                </c:pt>
                <c:pt idx="157">
                  <c:v>537</c:v>
                </c:pt>
                <c:pt idx="158">
                  <c:v>538</c:v>
                </c:pt>
                <c:pt idx="159">
                  <c:v>539</c:v>
                </c:pt>
                <c:pt idx="160">
                  <c:v>540</c:v>
                </c:pt>
                <c:pt idx="161">
                  <c:v>541</c:v>
                </c:pt>
                <c:pt idx="162">
                  <c:v>542</c:v>
                </c:pt>
                <c:pt idx="163">
                  <c:v>543</c:v>
                </c:pt>
                <c:pt idx="164">
                  <c:v>544</c:v>
                </c:pt>
                <c:pt idx="165">
                  <c:v>545</c:v>
                </c:pt>
                <c:pt idx="166">
                  <c:v>546</c:v>
                </c:pt>
                <c:pt idx="167">
                  <c:v>547</c:v>
                </c:pt>
                <c:pt idx="168">
                  <c:v>548</c:v>
                </c:pt>
                <c:pt idx="169">
                  <c:v>549</c:v>
                </c:pt>
                <c:pt idx="170">
                  <c:v>550</c:v>
                </c:pt>
                <c:pt idx="171">
                  <c:v>551</c:v>
                </c:pt>
                <c:pt idx="172">
                  <c:v>552</c:v>
                </c:pt>
                <c:pt idx="173">
                  <c:v>553</c:v>
                </c:pt>
                <c:pt idx="174">
                  <c:v>554</c:v>
                </c:pt>
                <c:pt idx="175">
                  <c:v>555</c:v>
                </c:pt>
                <c:pt idx="176">
                  <c:v>556</c:v>
                </c:pt>
                <c:pt idx="177">
                  <c:v>557</c:v>
                </c:pt>
                <c:pt idx="178">
                  <c:v>558</c:v>
                </c:pt>
                <c:pt idx="179">
                  <c:v>559</c:v>
                </c:pt>
                <c:pt idx="180">
                  <c:v>560</c:v>
                </c:pt>
                <c:pt idx="181">
                  <c:v>561</c:v>
                </c:pt>
                <c:pt idx="182">
                  <c:v>562</c:v>
                </c:pt>
                <c:pt idx="183">
                  <c:v>563</c:v>
                </c:pt>
                <c:pt idx="184">
                  <c:v>564</c:v>
                </c:pt>
                <c:pt idx="185">
                  <c:v>565</c:v>
                </c:pt>
                <c:pt idx="186">
                  <c:v>566</c:v>
                </c:pt>
                <c:pt idx="187">
                  <c:v>567</c:v>
                </c:pt>
                <c:pt idx="188">
                  <c:v>568</c:v>
                </c:pt>
                <c:pt idx="189">
                  <c:v>569</c:v>
                </c:pt>
                <c:pt idx="190">
                  <c:v>570</c:v>
                </c:pt>
                <c:pt idx="191">
                  <c:v>571</c:v>
                </c:pt>
                <c:pt idx="192">
                  <c:v>572</c:v>
                </c:pt>
                <c:pt idx="193">
                  <c:v>573</c:v>
                </c:pt>
                <c:pt idx="194">
                  <c:v>574</c:v>
                </c:pt>
                <c:pt idx="195">
                  <c:v>575</c:v>
                </c:pt>
                <c:pt idx="196">
                  <c:v>576</c:v>
                </c:pt>
                <c:pt idx="197">
                  <c:v>577</c:v>
                </c:pt>
                <c:pt idx="198">
                  <c:v>578</c:v>
                </c:pt>
                <c:pt idx="199">
                  <c:v>579</c:v>
                </c:pt>
                <c:pt idx="200">
                  <c:v>580</c:v>
                </c:pt>
                <c:pt idx="201">
                  <c:v>581</c:v>
                </c:pt>
                <c:pt idx="202">
                  <c:v>582</c:v>
                </c:pt>
                <c:pt idx="203">
                  <c:v>583</c:v>
                </c:pt>
                <c:pt idx="204">
                  <c:v>584</c:v>
                </c:pt>
                <c:pt idx="205">
                  <c:v>585</c:v>
                </c:pt>
                <c:pt idx="206">
                  <c:v>586</c:v>
                </c:pt>
                <c:pt idx="207">
                  <c:v>587</c:v>
                </c:pt>
                <c:pt idx="208">
                  <c:v>588</c:v>
                </c:pt>
                <c:pt idx="209">
                  <c:v>589</c:v>
                </c:pt>
                <c:pt idx="210">
                  <c:v>590</c:v>
                </c:pt>
                <c:pt idx="211">
                  <c:v>591</c:v>
                </c:pt>
                <c:pt idx="212">
                  <c:v>592</c:v>
                </c:pt>
                <c:pt idx="213">
                  <c:v>593</c:v>
                </c:pt>
                <c:pt idx="214">
                  <c:v>594</c:v>
                </c:pt>
                <c:pt idx="215">
                  <c:v>595</c:v>
                </c:pt>
                <c:pt idx="216">
                  <c:v>596</c:v>
                </c:pt>
                <c:pt idx="217">
                  <c:v>597</c:v>
                </c:pt>
                <c:pt idx="218">
                  <c:v>598</c:v>
                </c:pt>
                <c:pt idx="219">
                  <c:v>599</c:v>
                </c:pt>
                <c:pt idx="220">
                  <c:v>600</c:v>
                </c:pt>
                <c:pt idx="221">
                  <c:v>601</c:v>
                </c:pt>
                <c:pt idx="222">
                  <c:v>602</c:v>
                </c:pt>
                <c:pt idx="223">
                  <c:v>603</c:v>
                </c:pt>
                <c:pt idx="224">
                  <c:v>604</c:v>
                </c:pt>
                <c:pt idx="225">
                  <c:v>605</c:v>
                </c:pt>
                <c:pt idx="226">
                  <c:v>606</c:v>
                </c:pt>
                <c:pt idx="227">
                  <c:v>607</c:v>
                </c:pt>
                <c:pt idx="228">
                  <c:v>608</c:v>
                </c:pt>
                <c:pt idx="229">
                  <c:v>609</c:v>
                </c:pt>
                <c:pt idx="230">
                  <c:v>610</c:v>
                </c:pt>
                <c:pt idx="231">
                  <c:v>611</c:v>
                </c:pt>
                <c:pt idx="232">
                  <c:v>612</c:v>
                </c:pt>
                <c:pt idx="233">
                  <c:v>613</c:v>
                </c:pt>
                <c:pt idx="234">
                  <c:v>614</c:v>
                </c:pt>
                <c:pt idx="235">
                  <c:v>615</c:v>
                </c:pt>
                <c:pt idx="236">
                  <c:v>616</c:v>
                </c:pt>
                <c:pt idx="237">
                  <c:v>617</c:v>
                </c:pt>
                <c:pt idx="238">
                  <c:v>618</c:v>
                </c:pt>
                <c:pt idx="239">
                  <c:v>619</c:v>
                </c:pt>
                <c:pt idx="240">
                  <c:v>620</c:v>
                </c:pt>
                <c:pt idx="241">
                  <c:v>621</c:v>
                </c:pt>
                <c:pt idx="242">
                  <c:v>622</c:v>
                </c:pt>
                <c:pt idx="243">
                  <c:v>623</c:v>
                </c:pt>
                <c:pt idx="244">
                  <c:v>624</c:v>
                </c:pt>
                <c:pt idx="245">
                  <c:v>625</c:v>
                </c:pt>
                <c:pt idx="246">
                  <c:v>626</c:v>
                </c:pt>
                <c:pt idx="247">
                  <c:v>627</c:v>
                </c:pt>
                <c:pt idx="248">
                  <c:v>628</c:v>
                </c:pt>
                <c:pt idx="249">
                  <c:v>629</c:v>
                </c:pt>
                <c:pt idx="250">
                  <c:v>630</c:v>
                </c:pt>
                <c:pt idx="251">
                  <c:v>631</c:v>
                </c:pt>
                <c:pt idx="252">
                  <c:v>632</c:v>
                </c:pt>
                <c:pt idx="253">
                  <c:v>633</c:v>
                </c:pt>
                <c:pt idx="254">
                  <c:v>634</c:v>
                </c:pt>
                <c:pt idx="255">
                  <c:v>635</c:v>
                </c:pt>
                <c:pt idx="256">
                  <c:v>636</c:v>
                </c:pt>
                <c:pt idx="257">
                  <c:v>637</c:v>
                </c:pt>
                <c:pt idx="258">
                  <c:v>638</c:v>
                </c:pt>
                <c:pt idx="259">
                  <c:v>639</c:v>
                </c:pt>
                <c:pt idx="260">
                  <c:v>640</c:v>
                </c:pt>
                <c:pt idx="261">
                  <c:v>641</c:v>
                </c:pt>
                <c:pt idx="262">
                  <c:v>642</c:v>
                </c:pt>
                <c:pt idx="263">
                  <c:v>643</c:v>
                </c:pt>
                <c:pt idx="264">
                  <c:v>644</c:v>
                </c:pt>
                <c:pt idx="265">
                  <c:v>645</c:v>
                </c:pt>
                <c:pt idx="266">
                  <c:v>646</c:v>
                </c:pt>
                <c:pt idx="267">
                  <c:v>647</c:v>
                </c:pt>
                <c:pt idx="268">
                  <c:v>648</c:v>
                </c:pt>
                <c:pt idx="269">
                  <c:v>649</c:v>
                </c:pt>
                <c:pt idx="270">
                  <c:v>650</c:v>
                </c:pt>
                <c:pt idx="271">
                  <c:v>651</c:v>
                </c:pt>
                <c:pt idx="272">
                  <c:v>652</c:v>
                </c:pt>
                <c:pt idx="273">
                  <c:v>653</c:v>
                </c:pt>
                <c:pt idx="274">
                  <c:v>654</c:v>
                </c:pt>
                <c:pt idx="275">
                  <c:v>655</c:v>
                </c:pt>
                <c:pt idx="276">
                  <c:v>656</c:v>
                </c:pt>
                <c:pt idx="277">
                  <c:v>657</c:v>
                </c:pt>
                <c:pt idx="278">
                  <c:v>658</c:v>
                </c:pt>
                <c:pt idx="279">
                  <c:v>659</c:v>
                </c:pt>
                <c:pt idx="280">
                  <c:v>660</c:v>
                </c:pt>
                <c:pt idx="281">
                  <c:v>661</c:v>
                </c:pt>
                <c:pt idx="282">
                  <c:v>662</c:v>
                </c:pt>
                <c:pt idx="283">
                  <c:v>663</c:v>
                </c:pt>
                <c:pt idx="284">
                  <c:v>664</c:v>
                </c:pt>
                <c:pt idx="285">
                  <c:v>665</c:v>
                </c:pt>
                <c:pt idx="286">
                  <c:v>666</c:v>
                </c:pt>
                <c:pt idx="287">
                  <c:v>667</c:v>
                </c:pt>
                <c:pt idx="288">
                  <c:v>668</c:v>
                </c:pt>
                <c:pt idx="289">
                  <c:v>669</c:v>
                </c:pt>
                <c:pt idx="290">
                  <c:v>670</c:v>
                </c:pt>
                <c:pt idx="291">
                  <c:v>671</c:v>
                </c:pt>
                <c:pt idx="292">
                  <c:v>672</c:v>
                </c:pt>
                <c:pt idx="293">
                  <c:v>673</c:v>
                </c:pt>
                <c:pt idx="294">
                  <c:v>674</c:v>
                </c:pt>
                <c:pt idx="295">
                  <c:v>675</c:v>
                </c:pt>
                <c:pt idx="296">
                  <c:v>676</c:v>
                </c:pt>
                <c:pt idx="297">
                  <c:v>677</c:v>
                </c:pt>
                <c:pt idx="298">
                  <c:v>678</c:v>
                </c:pt>
                <c:pt idx="299">
                  <c:v>679</c:v>
                </c:pt>
                <c:pt idx="300">
                  <c:v>680</c:v>
                </c:pt>
                <c:pt idx="301">
                  <c:v>681</c:v>
                </c:pt>
                <c:pt idx="302">
                  <c:v>682</c:v>
                </c:pt>
                <c:pt idx="303">
                  <c:v>683</c:v>
                </c:pt>
                <c:pt idx="304">
                  <c:v>684</c:v>
                </c:pt>
                <c:pt idx="305">
                  <c:v>685</c:v>
                </c:pt>
                <c:pt idx="306">
                  <c:v>686</c:v>
                </c:pt>
                <c:pt idx="307">
                  <c:v>687</c:v>
                </c:pt>
                <c:pt idx="308">
                  <c:v>688</c:v>
                </c:pt>
                <c:pt idx="309">
                  <c:v>689</c:v>
                </c:pt>
                <c:pt idx="310">
                  <c:v>690</c:v>
                </c:pt>
                <c:pt idx="311">
                  <c:v>691</c:v>
                </c:pt>
                <c:pt idx="312">
                  <c:v>692</c:v>
                </c:pt>
                <c:pt idx="313">
                  <c:v>693</c:v>
                </c:pt>
                <c:pt idx="314">
                  <c:v>694</c:v>
                </c:pt>
                <c:pt idx="315">
                  <c:v>695</c:v>
                </c:pt>
                <c:pt idx="316">
                  <c:v>696</c:v>
                </c:pt>
                <c:pt idx="317">
                  <c:v>697</c:v>
                </c:pt>
                <c:pt idx="318">
                  <c:v>698</c:v>
                </c:pt>
                <c:pt idx="319">
                  <c:v>699</c:v>
                </c:pt>
                <c:pt idx="320">
                  <c:v>700</c:v>
                </c:pt>
                <c:pt idx="321">
                  <c:v>701</c:v>
                </c:pt>
                <c:pt idx="322">
                  <c:v>702</c:v>
                </c:pt>
                <c:pt idx="323">
                  <c:v>703</c:v>
                </c:pt>
                <c:pt idx="324">
                  <c:v>704</c:v>
                </c:pt>
                <c:pt idx="325">
                  <c:v>705</c:v>
                </c:pt>
                <c:pt idx="326">
                  <c:v>706</c:v>
                </c:pt>
                <c:pt idx="327">
                  <c:v>707</c:v>
                </c:pt>
                <c:pt idx="328">
                  <c:v>708</c:v>
                </c:pt>
                <c:pt idx="329">
                  <c:v>709</c:v>
                </c:pt>
                <c:pt idx="330">
                  <c:v>710</c:v>
                </c:pt>
                <c:pt idx="331">
                  <c:v>711</c:v>
                </c:pt>
                <c:pt idx="332">
                  <c:v>712</c:v>
                </c:pt>
                <c:pt idx="333">
                  <c:v>713</c:v>
                </c:pt>
                <c:pt idx="334">
                  <c:v>714</c:v>
                </c:pt>
                <c:pt idx="335">
                  <c:v>715</c:v>
                </c:pt>
                <c:pt idx="336">
                  <c:v>716</c:v>
                </c:pt>
                <c:pt idx="337">
                  <c:v>717</c:v>
                </c:pt>
                <c:pt idx="338">
                  <c:v>718</c:v>
                </c:pt>
                <c:pt idx="339">
                  <c:v>719</c:v>
                </c:pt>
                <c:pt idx="340">
                  <c:v>720</c:v>
                </c:pt>
                <c:pt idx="341">
                  <c:v>721</c:v>
                </c:pt>
                <c:pt idx="342">
                  <c:v>722</c:v>
                </c:pt>
                <c:pt idx="343">
                  <c:v>723</c:v>
                </c:pt>
                <c:pt idx="344">
                  <c:v>724</c:v>
                </c:pt>
                <c:pt idx="345">
                  <c:v>725</c:v>
                </c:pt>
                <c:pt idx="346">
                  <c:v>726</c:v>
                </c:pt>
                <c:pt idx="347">
                  <c:v>727</c:v>
                </c:pt>
                <c:pt idx="348">
                  <c:v>728</c:v>
                </c:pt>
                <c:pt idx="349">
                  <c:v>729</c:v>
                </c:pt>
                <c:pt idx="350">
                  <c:v>730</c:v>
                </c:pt>
                <c:pt idx="351">
                  <c:v>731</c:v>
                </c:pt>
                <c:pt idx="352">
                  <c:v>732</c:v>
                </c:pt>
                <c:pt idx="353">
                  <c:v>733</c:v>
                </c:pt>
                <c:pt idx="354">
                  <c:v>734</c:v>
                </c:pt>
                <c:pt idx="355">
                  <c:v>735</c:v>
                </c:pt>
                <c:pt idx="356">
                  <c:v>736</c:v>
                </c:pt>
                <c:pt idx="357">
                  <c:v>737</c:v>
                </c:pt>
                <c:pt idx="358">
                  <c:v>738</c:v>
                </c:pt>
                <c:pt idx="359">
                  <c:v>739</c:v>
                </c:pt>
                <c:pt idx="360">
                  <c:v>740</c:v>
                </c:pt>
                <c:pt idx="361">
                  <c:v>741</c:v>
                </c:pt>
                <c:pt idx="362">
                  <c:v>742</c:v>
                </c:pt>
                <c:pt idx="363">
                  <c:v>743</c:v>
                </c:pt>
                <c:pt idx="364">
                  <c:v>744</c:v>
                </c:pt>
                <c:pt idx="365">
                  <c:v>745</c:v>
                </c:pt>
                <c:pt idx="366">
                  <c:v>746</c:v>
                </c:pt>
                <c:pt idx="367">
                  <c:v>747</c:v>
                </c:pt>
                <c:pt idx="368">
                  <c:v>748</c:v>
                </c:pt>
                <c:pt idx="369">
                  <c:v>749</c:v>
                </c:pt>
                <c:pt idx="370">
                  <c:v>750</c:v>
                </c:pt>
                <c:pt idx="371">
                  <c:v>751</c:v>
                </c:pt>
                <c:pt idx="372">
                  <c:v>752</c:v>
                </c:pt>
                <c:pt idx="373">
                  <c:v>753</c:v>
                </c:pt>
                <c:pt idx="374">
                  <c:v>754</c:v>
                </c:pt>
                <c:pt idx="375">
                  <c:v>755</c:v>
                </c:pt>
                <c:pt idx="376">
                  <c:v>756</c:v>
                </c:pt>
                <c:pt idx="377">
                  <c:v>757</c:v>
                </c:pt>
                <c:pt idx="378">
                  <c:v>758</c:v>
                </c:pt>
                <c:pt idx="379">
                  <c:v>759</c:v>
                </c:pt>
                <c:pt idx="380">
                  <c:v>760</c:v>
                </c:pt>
                <c:pt idx="381">
                  <c:v>761</c:v>
                </c:pt>
                <c:pt idx="382">
                  <c:v>762</c:v>
                </c:pt>
                <c:pt idx="383">
                  <c:v>763</c:v>
                </c:pt>
                <c:pt idx="384">
                  <c:v>764</c:v>
                </c:pt>
                <c:pt idx="385">
                  <c:v>765</c:v>
                </c:pt>
                <c:pt idx="386">
                  <c:v>766</c:v>
                </c:pt>
                <c:pt idx="387">
                  <c:v>767</c:v>
                </c:pt>
                <c:pt idx="388">
                  <c:v>768</c:v>
                </c:pt>
                <c:pt idx="389">
                  <c:v>769</c:v>
                </c:pt>
                <c:pt idx="390">
                  <c:v>770</c:v>
                </c:pt>
                <c:pt idx="391">
                  <c:v>771</c:v>
                </c:pt>
                <c:pt idx="392">
                  <c:v>772</c:v>
                </c:pt>
                <c:pt idx="393">
                  <c:v>773</c:v>
                </c:pt>
                <c:pt idx="394">
                  <c:v>774</c:v>
                </c:pt>
                <c:pt idx="395">
                  <c:v>775</c:v>
                </c:pt>
                <c:pt idx="396">
                  <c:v>776</c:v>
                </c:pt>
                <c:pt idx="397">
                  <c:v>777</c:v>
                </c:pt>
                <c:pt idx="398">
                  <c:v>778</c:v>
                </c:pt>
                <c:pt idx="399">
                  <c:v>779</c:v>
                </c:pt>
                <c:pt idx="400">
                  <c:v>780</c:v>
                </c:pt>
              </c:numCache>
            </c:numRef>
          </c:xVal>
          <c:yVal>
            <c:numRef>
              <c:f>汇总!$JM$2:$JM$1000</c:f>
              <c:numCache>
                <c:formatCode>General</c:formatCode>
                <c:ptCount val="999"/>
                <c:pt idx="0">
                  <c:v>1.5995836560805577E-4</c:v>
                </c:pt>
                <c:pt idx="1">
                  <c:v>2.242108830364059E-4</c:v>
                </c:pt>
                <c:pt idx="2">
                  <c:v>3.3562645236250965E-4</c:v>
                </c:pt>
                <c:pt idx="3">
                  <c:v>1.5706816421378779E-4</c:v>
                </c:pt>
                <c:pt idx="4">
                  <c:v>5.641944229279629E-4</c:v>
                </c:pt>
                <c:pt idx="5">
                  <c:v>5.641944229279629E-4</c:v>
                </c:pt>
                <c:pt idx="6">
                  <c:v>5.641944229279629E-4</c:v>
                </c:pt>
                <c:pt idx="7">
                  <c:v>5.641944229279629E-4</c:v>
                </c:pt>
                <c:pt idx="8">
                  <c:v>1.4721630518977537E-4</c:v>
                </c:pt>
                <c:pt idx="9">
                  <c:v>1.6976181254841209E-4</c:v>
                </c:pt>
                <c:pt idx="10">
                  <c:v>3.0814775367931838E-4</c:v>
                </c:pt>
                <c:pt idx="11">
                  <c:v>3.8109024012393495E-4</c:v>
                </c:pt>
                <c:pt idx="12">
                  <c:v>2.4900755228505036E-4</c:v>
                </c:pt>
                <c:pt idx="13">
                  <c:v>4.3596533694810225E-4</c:v>
                </c:pt>
                <c:pt idx="14">
                  <c:v>4.3596533694810225E-4</c:v>
                </c:pt>
                <c:pt idx="15">
                  <c:v>3.532145623547638E-4</c:v>
                </c:pt>
                <c:pt idx="16">
                  <c:v>7.2395429899302876E-4</c:v>
                </c:pt>
                <c:pt idx="17">
                  <c:v>6.2911502711076683E-4</c:v>
                </c:pt>
                <c:pt idx="18">
                  <c:v>5.2091402013942684E-4</c:v>
                </c:pt>
                <c:pt idx="19">
                  <c:v>6.5351471727343152E-4</c:v>
                </c:pt>
                <c:pt idx="20">
                  <c:v>1.6611638264910924E-4</c:v>
                </c:pt>
                <c:pt idx="21">
                  <c:v>2.5090530596436869E-4</c:v>
                </c:pt>
                <c:pt idx="22">
                  <c:v>5.2759488768396598E-4</c:v>
                </c:pt>
                <c:pt idx="23">
                  <c:v>2.3807126258714175E-4</c:v>
                </c:pt>
                <c:pt idx="24">
                  <c:v>2.2226471727343147E-4</c:v>
                </c:pt>
                <c:pt idx="25">
                  <c:v>5.0663245546088301E-4</c:v>
                </c:pt>
                <c:pt idx="26">
                  <c:v>6.1812548412083659E-4</c:v>
                </c:pt>
                <c:pt idx="27">
                  <c:v>4.666150271107669E-4</c:v>
                </c:pt>
                <c:pt idx="28">
                  <c:v>3.5185418280402791E-4</c:v>
                </c:pt>
                <c:pt idx="29">
                  <c:v>7.1553059643687062E-4</c:v>
                </c:pt>
                <c:pt idx="30">
                  <c:v>4.072472889233153E-4</c:v>
                </c:pt>
                <c:pt idx="31">
                  <c:v>4.8104666924864446E-4</c:v>
                </c:pt>
                <c:pt idx="32">
                  <c:v>4.7535824941905496E-4</c:v>
                </c:pt>
                <c:pt idx="33">
                  <c:v>6.2456429124709532E-4</c:v>
                </c:pt>
                <c:pt idx="34">
                  <c:v>8.1017621998450817E-4</c:v>
                </c:pt>
                <c:pt idx="35">
                  <c:v>5.5097792408985284E-4</c:v>
                </c:pt>
                <c:pt idx="36">
                  <c:v>4.6018106119287378E-4</c:v>
                </c:pt>
                <c:pt idx="37">
                  <c:v>6.9422927962819515E-4</c:v>
                </c:pt>
                <c:pt idx="38">
                  <c:v>7.0914020139426805E-4</c:v>
                </c:pt>
                <c:pt idx="39">
                  <c:v>4.9239930286599533E-4</c:v>
                </c:pt>
                <c:pt idx="40">
                  <c:v>6.1405886909372581E-4</c:v>
                </c:pt>
                <c:pt idx="41">
                  <c:v>8.9770526723470176E-4</c:v>
                </c:pt>
                <c:pt idx="42">
                  <c:v>1.0378582494190551E-3</c:v>
                </c:pt>
                <c:pt idx="43">
                  <c:v>8.7422540666150282E-4</c:v>
                </c:pt>
                <c:pt idx="44">
                  <c:v>1.0437161115414407E-3</c:v>
                </c:pt>
                <c:pt idx="45">
                  <c:v>9.43503098373354E-4</c:v>
                </c:pt>
                <c:pt idx="46">
                  <c:v>9.9172153369481023E-4</c:v>
                </c:pt>
                <c:pt idx="47">
                  <c:v>1.1093144848954299E-3</c:v>
                </c:pt>
                <c:pt idx="48">
                  <c:v>1.011425251742835E-3</c:v>
                </c:pt>
                <c:pt idx="49">
                  <c:v>1.3857474825716498E-3</c:v>
                </c:pt>
                <c:pt idx="50">
                  <c:v>1.2880034856700233E-3</c:v>
                </c:pt>
                <c:pt idx="51">
                  <c:v>1.1861928737412857E-3</c:v>
                </c:pt>
                <c:pt idx="52">
                  <c:v>1.4316421378776144E-3</c:v>
                </c:pt>
                <c:pt idx="53">
                  <c:v>1.4501355538342371E-3</c:v>
                </c:pt>
                <c:pt idx="54">
                  <c:v>1.6631971340046476E-3</c:v>
                </c:pt>
                <c:pt idx="55">
                  <c:v>1.9764233152594888E-3</c:v>
                </c:pt>
                <c:pt idx="56">
                  <c:v>2.2524206041828043E-3</c:v>
                </c:pt>
                <c:pt idx="57">
                  <c:v>2.4861057319907048E-3</c:v>
                </c:pt>
                <c:pt idx="58">
                  <c:v>2.752323780015492E-3</c:v>
                </c:pt>
                <c:pt idx="59">
                  <c:v>3.4926413632842758E-3</c:v>
                </c:pt>
                <c:pt idx="60">
                  <c:v>4.3655596436870643E-3</c:v>
                </c:pt>
                <c:pt idx="61">
                  <c:v>5.4962238574748253E-3</c:v>
                </c:pt>
                <c:pt idx="62">
                  <c:v>7.614736638264911E-3</c:v>
                </c:pt>
                <c:pt idx="63">
                  <c:v>1.0040666150271108E-2</c:v>
                </c:pt>
                <c:pt idx="64">
                  <c:v>1.4312548412083657E-2</c:v>
                </c:pt>
                <c:pt idx="65">
                  <c:v>1.9941905499612705E-2</c:v>
                </c:pt>
                <c:pt idx="66">
                  <c:v>2.8496804802478699E-2</c:v>
                </c:pt>
                <c:pt idx="67">
                  <c:v>4.0546088303640586E-2</c:v>
                </c:pt>
                <c:pt idx="68">
                  <c:v>5.7005228505034859E-2</c:v>
                </c:pt>
                <c:pt idx="69">
                  <c:v>7.9952556158017038E-2</c:v>
                </c:pt>
                <c:pt idx="70">
                  <c:v>0.11176413632842758</c:v>
                </c:pt>
                <c:pt idx="71">
                  <c:v>0.15215917893106121</c:v>
                </c:pt>
                <c:pt idx="72">
                  <c:v>0.20099244771494965</c:v>
                </c:pt>
                <c:pt idx="73">
                  <c:v>0.26347792408985282</c:v>
                </c:pt>
                <c:pt idx="74">
                  <c:v>0.3358443067389621</c:v>
                </c:pt>
                <c:pt idx="75">
                  <c:v>0.42452556158017046</c:v>
                </c:pt>
                <c:pt idx="76">
                  <c:v>0.51626646010844313</c:v>
                </c:pt>
                <c:pt idx="77">
                  <c:v>0.6162374128582494</c:v>
                </c:pt>
                <c:pt idx="78">
                  <c:v>0.71291634391944236</c:v>
                </c:pt>
                <c:pt idx="79">
                  <c:v>0.80993415956622783</c:v>
                </c:pt>
                <c:pt idx="80">
                  <c:v>0.89029821843532153</c:v>
                </c:pt>
                <c:pt idx="81">
                  <c:v>0.95497676219984506</c:v>
                </c:pt>
                <c:pt idx="82">
                  <c:v>0.99346436870642918</c:v>
                </c:pt>
                <c:pt idx="83">
                  <c:v>1</c:v>
                </c:pt>
                <c:pt idx="84">
                  <c:v>0.98436289697908608</c:v>
                </c:pt>
                <c:pt idx="85">
                  <c:v>0.93856506584043375</c:v>
                </c:pt>
                <c:pt idx="86">
                  <c:v>0.87780790085205274</c:v>
                </c:pt>
                <c:pt idx="87">
                  <c:v>0.79095662277304413</c:v>
                </c:pt>
                <c:pt idx="88">
                  <c:v>0.70434740511231608</c:v>
                </c:pt>
                <c:pt idx="89">
                  <c:v>0.61643106119287372</c:v>
                </c:pt>
                <c:pt idx="90">
                  <c:v>0.53514717273431445</c:v>
                </c:pt>
                <c:pt idx="91">
                  <c:v>0.45670991479473283</c:v>
                </c:pt>
                <c:pt idx="92">
                  <c:v>0.38834721146398138</c:v>
                </c:pt>
                <c:pt idx="93">
                  <c:v>0.32918280402788536</c:v>
                </c:pt>
                <c:pt idx="94">
                  <c:v>0.27699941905499614</c:v>
                </c:pt>
                <c:pt idx="95">
                  <c:v>0.23671572424477152</c:v>
                </c:pt>
                <c:pt idx="96">
                  <c:v>0.20192195972114643</c:v>
                </c:pt>
                <c:pt idx="97">
                  <c:v>0.17384779240898526</c:v>
                </c:pt>
                <c:pt idx="98">
                  <c:v>0.1495788148721921</c:v>
                </c:pt>
                <c:pt idx="99">
                  <c:v>0.13024302865995352</c:v>
                </c:pt>
                <c:pt idx="100">
                  <c:v>0.11491576297443842</c:v>
                </c:pt>
                <c:pt idx="101">
                  <c:v>9.9719209914794743E-2</c:v>
                </c:pt>
                <c:pt idx="102">
                  <c:v>8.8410147172734321E-2</c:v>
                </c:pt>
                <c:pt idx="103">
                  <c:v>7.8989155693261037E-2</c:v>
                </c:pt>
                <c:pt idx="104">
                  <c:v>7.0483152594887688E-2</c:v>
                </c:pt>
                <c:pt idx="105">
                  <c:v>6.3289116963594114E-2</c:v>
                </c:pt>
                <c:pt idx="106">
                  <c:v>5.685999225406662E-2</c:v>
                </c:pt>
                <c:pt idx="107">
                  <c:v>5.1544345468628974E-2</c:v>
                </c:pt>
                <c:pt idx="108">
                  <c:v>4.670749419054996E-2</c:v>
                </c:pt>
                <c:pt idx="109">
                  <c:v>4.1750096824167318E-2</c:v>
                </c:pt>
                <c:pt idx="110">
                  <c:v>3.7766750580945002E-2</c:v>
                </c:pt>
                <c:pt idx="111">
                  <c:v>3.3796959721146394E-2</c:v>
                </c:pt>
                <c:pt idx="112">
                  <c:v>3.0438613477924092E-2</c:v>
                </c:pt>
                <c:pt idx="113">
                  <c:v>2.7194035631293571E-2</c:v>
                </c:pt>
                <c:pt idx="114">
                  <c:v>2.4383230054221532E-2</c:v>
                </c:pt>
                <c:pt idx="115">
                  <c:v>2.1778175832687839E-2</c:v>
                </c:pt>
                <c:pt idx="116">
                  <c:v>1.9454879938032531E-2</c:v>
                </c:pt>
                <c:pt idx="117">
                  <c:v>1.730780402788536E-2</c:v>
                </c:pt>
                <c:pt idx="118">
                  <c:v>1.5402788536018591E-2</c:v>
                </c:pt>
                <c:pt idx="119">
                  <c:v>1.3551994577846629E-2</c:v>
                </c:pt>
                <c:pt idx="120">
                  <c:v>1.2046378776142527E-2</c:v>
                </c:pt>
                <c:pt idx="121">
                  <c:v>1.0727633617350889E-2</c:v>
                </c:pt>
                <c:pt idx="122">
                  <c:v>9.4369674670797838E-3</c:v>
                </c:pt>
                <c:pt idx="123">
                  <c:v>8.2445778466305204E-3</c:v>
                </c:pt>
                <c:pt idx="124">
                  <c:v>7.4477149496514341E-3</c:v>
                </c:pt>
                <c:pt idx="125">
                  <c:v>6.7476762199845082E-3</c:v>
                </c:pt>
                <c:pt idx="126">
                  <c:v>5.8994965143299768E-3</c:v>
                </c:pt>
                <c:pt idx="127">
                  <c:v>5.2904725019364838E-3</c:v>
                </c:pt>
                <c:pt idx="128">
                  <c:v>4.8193261037955074E-3</c:v>
                </c:pt>
                <c:pt idx="129">
                  <c:v>4.2432707203718051E-3</c:v>
                </c:pt>
                <c:pt idx="130">
                  <c:v>3.844694035631294E-3</c:v>
                </c:pt>
                <c:pt idx="131">
                  <c:v>3.3388361735089077E-3</c:v>
                </c:pt>
                <c:pt idx="132">
                  <c:v>2.9907048799380324E-3</c:v>
                </c:pt>
                <c:pt idx="133">
                  <c:v>2.7468532145623549E-3</c:v>
                </c:pt>
                <c:pt idx="134">
                  <c:v>2.5609024012393494E-3</c:v>
                </c:pt>
                <c:pt idx="135">
                  <c:v>2.3569422927962819E-3</c:v>
                </c:pt>
                <c:pt idx="136">
                  <c:v>2.1710398915569325E-3</c:v>
                </c:pt>
                <c:pt idx="137">
                  <c:v>1.9383714175058094E-3</c:v>
                </c:pt>
                <c:pt idx="138">
                  <c:v>1.8769364833462433E-3</c:v>
                </c:pt>
                <c:pt idx="139">
                  <c:v>1.7020720371804803E-3</c:v>
                </c:pt>
                <c:pt idx="140">
                  <c:v>1.6100406661502713E-3</c:v>
                </c:pt>
                <c:pt idx="141">
                  <c:v>1.4240414407436098E-3</c:v>
                </c:pt>
                <c:pt idx="142">
                  <c:v>1.3156951975213014E-3</c:v>
                </c:pt>
                <c:pt idx="143">
                  <c:v>1.2977343144848954E-3</c:v>
                </c:pt>
                <c:pt idx="144">
                  <c:v>1.2042505809450039E-3</c:v>
                </c:pt>
                <c:pt idx="145">
                  <c:v>1.0238187451587916E-3</c:v>
                </c:pt>
                <c:pt idx="146">
                  <c:v>9.7434159566227741E-4</c:v>
                </c:pt>
                <c:pt idx="147">
                  <c:v>8.9833462432223083E-4</c:v>
                </c:pt>
                <c:pt idx="148">
                  <c:v>9.446165762974438E-4</c:v>
                </c:pt>
                <c:pt idx="149">
                  <c:v>9.0341789310611933E-4</c:v>
                </c:pt>
                <c:pt idx="150">
                  <c:v>6.950522850503486E-4</c:v>
                </c:pt>
                <c:pt idx="151">
                  <c:v>7.571649883811E-4</c:v>
                </c:pt>
                <c:pt idx="152">
                  <c:v>7.3373353989155689E-4</c:v>
                </c:pt>
                <c:pt idx="153">
                  <c:v>6.5409566227730444E-4</c:v>
                </c:pt>
                <c:pt idx="154">
                  <c:v>5.9609798605731986E-4</c:v>
                </c:pt>
                <c:pt idx="155">
                  <c:v>5.3432416731216117E-4</c:v>
                </c:pt>
                <c:pt idx="156">
                  <c:v>5.2042989930286599E-4</c:v>
                </c:pt>
                <c:pt idx="157">
                  <c:v>5.2836948102246328E-4</c:v>
                </c:pt>
                <c:pt idx="158">
                  <c:v>4.1195778466305189E-4</c:v>
                </c:pt>
                <c:pt idx="159">
                  <c:v>3.7992835011618905E-4</c:v>
                </c:pt>
                <c:pt idx="160">
                  <c:v>4.336609217660728E-4</c:v>
                </c:pt>
                <c:pt idx="161">
                  <c:v>2.8562161115414407E-4</c:v>
                </c:pt>
                <c:pt idx="162">
                  <c:v>4.7611347792408986E-4</c:v>
                </c:pt>
                <c:pt idx="163">
                  <c:v>4.1930673896204497E-4</c:v>
                </c:pt>
                <c:pt idx="164">
                  <c:v>3.120449264136328E-4</c:v>
                </c:pt>
                <c:pt idx="165">
                  <c:v>2.9024980635166542E-4</c:v>
                </c:pt>
                <c:pt idx="166">
                  <c:v>1.7071068938807128E-4</c:v>
                </c:pt>
                <c:pt idx="167">
                  <c:v>3.4458268783888461E-4</c:v>
                </c:pt>
                <c:pt idx="168">
                  <c:v>2.7317970565453141E-4</c:v>
                </c:pt>
                <c:pt idx="169">
                  <c:v>2.4651917118512782E-4</c:v>
                </c:pt>
                <c:pt idx="170">
                  <c:v>1.5448295894655305E-4</c:v>
                </c:pt>
                <c:pt idx="171">
                  <c:v>2.538342370255616E-4</c:v>
                </c:pt>
                <c:pt idx="172">
                  <c:v>2.8935902401239352E-4</c:v>
                </c:pt>
                <c:pt idx="173">
                  <c:v>2.3865220759101472E-4</c:v>
                </c:pt>
                <c:pt idx="174">
                  <c:v>1.6179802478698683E-4</c:v>
                </c:pt>
                <c:pt idx="175">
                  <c:v>1.6469790859798607E-4</c:v>
                </c:pt>
                <c:pt idx="176">
                  <c:v>9.5492835011618891E-5</c:v>
                </c:pt>
                <c:pt idx="177">
                  <c:v>1.9430673896204495E-4</c:v>
                </c:pt>
                <c:pt idx="178">
                  <c:v>2.1284372579395816E-4</c:v>
                </c:pt>
                <c:pt idx="179">
                  <c:v>8.7979279628195198E-5</c:v>
                </c:pt>
                <c:pt idx="180">
                  <c:v>6.9655305964368705E-5</c:v>
                </c:pt>
                <c:pt idx="181">
                  <c:v>1.1245642912470953E-4</c:v>
                </c:pt>
                <c:pt idx="182">
                  <c:v>9.3014136328427579E-5</c:v>
                </c:pt>
                <c:pt idx="183">
                  <c:v>1.023431448489543E-4</c:v>
                </c:pt>
                <c:pt idx="184">
                  <c:v>8.642525174283502E-5</c:v>
                </c:pt>
                <c:pt idx="185">
                  <c:v>1.2848082881487219E-4</c:v>
                </c:pt>
                <c:pt idx="186">
                  <c:v>8.0315646785437646E-5</c:v>
                </c:pt>
                <c:pt idx="187">
                  <c:v>1.0446843532145624E-4</c:v>
                </c:pt>
                <c:pt idx="188">
                  <c:v>1.2681545313710302E-4</c:v>
                </c:pt>
                <c:pt idx="189">
                  <c:v>1.2855828814872192E-4</c:v>
                </c:pt>
                <c:pt idx="190">
                  <c:v>4.9278659953524404E-5</c:v>
                </c:pt>
                <c:pt idx="191">
                  <c:v>9.7250193648334637E-5</c:v>
                </c:pt>
                <c:pt idx="192">
                  <c:v>9.4374515879163445E-5</c:v>
                </c:pt>
                <c:pt idx="193">
                  <c:v>7.9647560030983737E-5</c:v>
                </c:pt>
                <c:pt idx="194">
                  <c:v>6.2132068164213783E-5</c:v>
                </c:pt>
                <c:pt idx="195">
                  <c:v>6.7578427575522849E-5</c:v>
                </c:pt>
                <c:pt idx="196">
                  <c:v>8.7708171959721142E-5</c:v>
                </c:pt>
                <c:pt idx="197">
                  <c:v>9.5071649883811003E-5</c:v>
                </c:pt>
                <c:pt idx="198">
                  <c:v>9.4238962044926417E-5</c:v>
                </c:pt>
                <c:pt idx="199">
                  <c:v>9.9312548412083663E-5</c:v>
                </c:pt>
                <c:pt idx="200">
                  <c:v>7.5648721920991484E-5</c:v>
                </c:pt>
                <c:pt idx="201">
                  <c:v>8.3017041053446932E-5</c:v>
                </c:pt>
                <c:pt idx="202">
                  <c:v>6.8086754453911696E-5</c:v>
                </c:pt>
                <c:pt idx="203">
                  <c:v>7.8074167312161113E-5</c:v>
                </c:pt>
                <c:pt idx="204">
                  <c:v>9.4616576297443852E-5</c:v>
                </c:pt>
                <c:pt idx="205">
                  <c:v>2.1132358636715723E-5</c:v>
                </c:pt>
                <c:pt idx="206">
                  <c:v>9.5003872966692489E-5</c:v>
                </c:pt>
                <c:pt idx="207">
                  <c:v>1.2556642137877613E-4</c:v>
                </c:pt>
                <c:pt idx="208">
                  <c:v>2.2027982184353215E-5</c:v>
                </c:pt>
                <c:pt idx="209">
                  <c:v>7.6234508133230062E-5</c:v>
                </c:pt>
                <c:pt idx="210">
                  <c:v>1.0466208365608057E-4</c:v>
                </c:pt>
                <c:pt idx="211">
                  <c:v>4.6870642912470958E-5</c:v>
                </c:pt>
                <c:pt idx="212">
                  <c:v>6.5651626646010837E-5</c:v>
                </c:pt>
                <c:pt idx="213">
                  <c:v>8.5452168861347805E-5</c:v>
                </c:pt>
                <c:pt idx="214">
                  <c:v>8.5452168861347805E-5</c:v>
                </c:pt>
                <c:pt idx="215">
                  <c:v>6.5743609604957399E-5</c:v>
                </c:pt>
                <c:pt idx="216">
                  <c:v>1.5213497288923315E-4</c:v>
                </c:pt>
                <c:pt idx="217">
                  <c:v>1.1894364833462434E-4</c:v>
                </c:pt>
                <c:pt idx="218">
                  <c:v>1.102778853601859E-5</c:v>
                </c:pt>
                <c:pt idx="219">
                  <c:v>6.9238962044926419E-5</c:v>
                </c:pt>
                <c:pt idx="220">
                  <c:v>5.1839659178931062E-6</c:v>
                </c:pt>
                <c:pt idx="221">
                  <c:v>4.4076781564678545E-6</c:v>
                </c:pt>
                <c:pt idx="222">
                  <c:v>5.7431254841208363E-5</c:v>
                </c:pt>
                <c:pt idx="223">
                  <c:v>8.6357474825716506E-5</c:v>
                </c:pt>
                <c:pt idx="224">
                  <c:v>1.1879357087529048E-4</c:v>
                </c:pt>
                <c:pt idx="225">
                  <c:v>1.7211948102246322E-4</c:v>
                </c:pt>
                <c:pt idx="226">
                  <c:v>6.3037374128582498E-5</c:v>
                </c:pt>
                <c:pt idx="227">
                  <c:v>6.3037374128582498E-5</c:v>
                </c:pt>
                <c:pt idx="228">
                  <c:v>5.9072424477149495E-5</c:v>
                </c:pt>
                <c:pt idx="229">
                  <c:v>6.3235863671572425E-5</c:v>
                </c:pt>
                <c:pt idx="230">
                  <c:v>9.3333656080557702E-5</c:v>
                </c:pt>
                <c:pt idx="231">
                  <c:v>5.5533501161890015E-5</c:v>
                </c:pt>
                <c:pt idx="232">
                  <c:v>1.050542215336948E-4</c:v>
                </c:pt>
                <c:pt idx="233">
                  <c:v>1.1843532145623549E-4</c:v>
                </c:pt>
                <c:pt idx="234">
                  <c:v>7.3944616576297447E-5</c:v>
                </c:pt>
                <c:pt idx="235">
                  <c:v>8.6517234701781568E-5</c:v>
                </c:pt>
                <c:pt idx="236">
                  <c:v>7.3567002323780012E-5</c:v>
                </c:pt>
                <c:pt idx="237">
                  <c:v>1.2090433772269559E-4</c:v>
                </c:pt>
                <c:pt idx="238">
                  <c:v>1.3596049573973663E-4</c:v>
                </c:pt>
                <c:pt idx="239">
                  <c:v>5.3117738187451588E-5</c:v>
                </c:pt>
                <c:pt idx="240">
                  <c:v>1.1320681642137877E-4</c:v>
                </c:pt>
                <c:pt idx="241">
                  <c:v>1.0514136328427576E-4</c:v>
                </c:pt>
                <c:pt idx="242">
                  <c:v>1.0514136328427576E-4</c:v>
                </c:pt>
                <c:pt idx="243">
                  <c:v>1.0514136328427576E-4</c:v>
                </c:pt>
                <c:pt idx="244">
                  <c:v>9.3856506584043381E-6</c:v>
                </c:pt>
                <c:pt idx="245">
                  <c:v>9.3275561580170418E-5</c:v>
                </c:pt>
                <c:pt idx="246">
                  <c:v>1.0655499612703331E-4</c:v>
                </c:pt>
                <c:pt idx="247">
                  <c:v>5.0721340046475601E-5</c:v>
                </c:pt>
                <c:pt idx="248">
                  <c:v>9.8736444616576301E-5</c:v>
                </c:pt>
                <c:pt idx="249">
                  <c:v>8.5360185902401243E-5</c:v>
                </c:pt>
                <c:pt idx="250">
                  <c:v>1.0955170410534469E-4</c:v>
                </c:pt>
                <c:pt idx="251">
                  <c:v>4.134924477149497E-5</c:v>
                </c:pt>
                <c:pt idx="252">
                  <c:v>4.134924477149497E-5</c:v>
                </c:pt>
                <c:pt idx="253">
                  <c:v>8.1375871417505821E-5</c:v>
                </c:pt>
                <c:pt idx="254">
                  <c:v>4.3206816421378776E-6</c:v>
                </c:pt>
                <c:pt idx="255">
                  <c:v>7.5290472501936482E-5</c:v>
                </c:pt>
                <c:pt idx="256">
                  <c:v>7.5290472501936482E-5</c:v>
                </c:pt>
                <c:pt idx="257">
                  <c:v>8.9489736638264909E-5</c:v>
                </c:pt>
                <c:pt idx="258">
                  <c:v>1.6439291247095277E-4</c:v>
                </c:pt>
                <c:pt idx="259">
                  <c:v>1.3284759876065066E-4</c:v>
                </c:pt>
                <c:pt idx="260">
                  <c:v>1.5991963594113091E-5</c:v>
                </c:pt>
                <c:pt idx="261">
                  <c:v>5.5446359411309068E-5</c:v>
                </c:pt>
                <c:pt idx="262">
                  <c:v>1.0671475600309838E-4</c:v>
                </c:pt>
                <c:pt idx="263">
                  <c:v>6.0205267234701778E-5</c:v>
                </c:pt>
                <c:pt idx="264">
                  <c:v>1.2155790085205268E-4</c:v>
                </c:pt>
                <c:pt idx="265">
                  <c:v>2.733297831138652E-5</c:v>
                </c:pt>
                <c:pt idx="266">
                  <c:v>2.733297831138652E-5</c:v>
                </c:pt>
                <c:pt idx="267">
                  <c:v>1.2309256390395044E-4</c:v>
                </c:pt>
                <c:pt idx="268">
                  <c:v>6.5990511231603407E-5</c:v>
                </c:pt>
                <c:pt idx="269">
                  <c:v>7.1746707978311393E-5</c:v>
                </c:pt>
                <c:pt idx="270">
                  <c:v>5.388264910921766E-5</c:v>
                </c:pt>
                <c:pt idx="271">
                  <c:v>1.1554996127033307E-4</c:v>
                </c:pt>
                <c:pt idx="272">
                  <c:v>1.1554996127033307E-4</c:v>
                </c:pt>
                <c:pt idx="273">
                  <c:v>1.1554996127033307E-4</c:v>
                </c:pt>
                <c:pt idx="274">
                  <c:v>1.1584043377226956E-4</c:v>
                </c:pt>
                <c:pt idx="275">
                  <c:v>7.0120061967467087E-5</c:v>
                </c:pt>
                <c:pt idx="276">
                  <c:v>7.0120061967467087E-5</c:v>
                </c:pt>
                <c:pt idx="277">
                  <c:v>4.0279821843532151E-5</c:v>
                </c:pt>
                <c:pt idx="278">
                  <c:v>1.2834527498063516E-4</c:v>
                </c:pt>
                <c:pt idx="279">
                  <c:v>6.2064291247095279E-6</c:v>
                </c:pt>
                <c:pt idx="280">
                  <c:v>6.2064291247095279E-6</c:v>
                </c:pt>
                <c:pt idx="281">
                  <c:v>6.2064291247095279E-6</c:v>
                </c:pt>
                <c:pt idx="282">
                  <c:v>1.4148915569326105E-5</c:v>
                </c:pt>
                <c:pt idx="283">
                  <c:v>1.4148915569326105E-5</c:v>
                </c:pt>
                <c:pt idx="284">
                  <c:v>1.1021979085979861E-4</c:v>
                </c:pt>
                <c:pt idx="285">
                  <c:v>6.7815646785437654E-5</c:v>
                </c:pt>
                <c:pt idx="286">
                  <c:v>1.0857378001549187E-4</c:v>
                </c:pt>
                <c:pt idx="287">
                  <c:v>7.0575135553834238E-5</c:v>
                </c:pt>
                <c:pt idx="288">
                  <c:v>3.2026529821843531E-5</c:v>
                </c:pt>
                <c:pt idx="289">
                  <c:v>3.0641944229279628E-6</c:v>
                </c:pt>
                <c:pt idx="290">
                  <c:v>3.0641944229279628E-6</c:v>
                </c:pt>
                <c:pt idx="291">
                  <c:v>1.022172734314485E-4</c:v>
                </c:pt>
                <c:pt idx="292">
                  <c:v>3.6707494190549966E-5</c:v>
                </c:pt>
                <c:pt idx="293">
                  <c:v>3.6707494190549966E-5</c:v>
                </c:pt>
                <c:pt idx="294">
                  <c:v>5.1825135553834236E-5</c:v>
                </c:pt>
                <c:pt idx="295">
                  <c:v>5.5998257164988382E-5</c:v>
                </c:pt>
                <c:pt idx="296">
                  <c:v>6.395720371804803E-5</c:v>
                </c:pt>
                <c:pt idx="297">
                  <c:v>6.395720371804803E-5</c:v>
                </c:pt>
                <c:pt idx="298">
                  <c:v>6.395720371804803E-5</c:v>
                </c:pt>
                <c:pt idx="299">
                  <c:v>7.1025367931835788E-5</c:v>
                </c:pt>
                <c:pt idx="300">
                  <c:v>5.3475987606506585E-6</c:v>
                </c:pt>
                <c:pt idx="301">
                  <c:v>5.3475987606506585E-6</c:v>
                </c:pt>
                <c:pt idx="302">
                  <c:v>1.6637296669248643E-5</c:v>
                </c:pt>
                <c:pt idx="303">
                  <c:v>1.6637296669248643E-5</c:v>
                </c:pt>
                <c:pt idx="304">
                  <c:v>1.0385844306738962E-4</c:v>
                </c:pt>
                <c:pt idx="305">
                  <c:v>1.0762490317583269E-4</c:v>
                </c:pt>
                <c:pt idx="306">
                  <c:v>1.0762490317583269E-4</c:v>
                </c:pt>
                <c:pt idx="307">
                  <c:v>1.0762490317583269E-4</c:v>
                </c:pt>
                <c:pt idx="308">
                  <c:v>1.0762490317583269E-4</c:v>
                </c:pt>
                <c:pt idx="309">
                  <c:v>1.4377904725019366E-4</c:v>
                </c:pt>
                <c:pt idx="310">
                  <c:v>1.4139717273431448E-4</c:v>
                </c:pt>
                <c:pt idx="311">
                  <c:v>3.0992447714949652E-5</c:v>
                </c:pt>
                <c:pt idx="312">
                  <c:v>3.0992447714949652E-5</c:v>
                </c:pt>
                <c:pt idx="313">
                  <c:v>2.9463594113090629E-5</c:v>
                </c:pt>
                <c:pt idx="314">
                  <c:v>5.0740704879938034E-5</c:v>
                </c:pt>
                <c:pt idx="315">
                  <c:v>1.3600406661502711E-4</c:v>
                </c:pt>
                <c:pt idx="316">
                  <c:v>2.2321359411309061E-4</c:v>
                </c:pt>
                <c:pt idx="317">
                  <c:v>1.8978505034856702E-4</c:v>
                </c:pt>
                <c:pt idx="318">
                  <c:v>5.3393687064291252E-5</c:v>
                </c:pt>
                <c:pt idx="319">
                  <c:v>5.3393687064291252E-5</c:v>
                </c:pt>
                <c:pt idx="320">
                  <c:v>5.3393687064291252E-5</c:v>
                </c:pt>
                <c:pt idx="321">
                  <c:v>1.322037180480248E-5</c:v>
                </c:pt>
                <c:pt idx="322">
                  <c:v>3.2448683191324556E-4</c:v>
                </c:pt>
                <c:pt idx="323">
                  <c:v>8.072230828814873E-5</c:v>
                </c:pt>
                <c:pt idx="324">
                  <c:v>8.072230828814873E-5</c:v>
                </c:pt>
                <c:pt idx="325">
                  <c:v>8.4178931061192872E-5</c:v>
                </c:pt>
                <c:pt idx="326">
                  <c:v>2.4104376452362513E-4</c:v>
                </c:pt>
                <c:pt idx="327">
                  <c:v>2.4308191324554608E-4</c:v>
                </c:pt>
                <c:pt idx="328">
                  <c:v>2.4308191324554608E-4</c:v>
                </c:pt>
                <c:pt idx="329">
                  <c:v>2.4308191324554608E-4</c:v>
                </c:pt>
                <c:pt idx="330">
                  <c:v>2.4308191324554608E-4</c:v>
                </c:pt>
                <c:pt idx="331">
                  <c:v>2.4308191324554608E-4</c:v>
                </c:pt>
                <c:pt idx="332">
                  <c:v>1.8633810999225408E-4</c:v>
                </c:pt>
                <c:pt idx="333">
                  <c:v>1.8633810999225408E-4</c:v>
                </c:pt>
                <c:pt idx="334">
                  <c:v>1.8633810999225408E-4</c:v>
                </c:pt>
                <c:pt idx="335">
                  <c:v>1.6595178156467853E-5</c:v>
                </c:pt>
                <c:pt idx="336">
                  <c:v>1.6595178156467853E-5</c:v>
                </c:pt>
                <c:pt idx="337">
                  <c:v>2.0665182029434547E-4</c:v>
                </c:pt>
                <c:pt idx="338">
                  <c:v>2.4079202168861348E-4</c:v>
                </c:pt>
                <c:pt idx="339">
                  <c:v>1.1486250968241673E-5</c:v>
                </c:pt>
                <c:pt idx="340">
                  <c:v>2.183869093725794E-4</c:v>
                </c:pt>
                <c:pt idx="341">
                  <c:v>2.0144268009295122E-4</c:v>
                </c:pt>
                <c:pt idx="342">
                  <c:v>2.0144268009295122E-4</c:v>
                </c:pt>
                <c:pt idx="343">
                  <c:v>2.1525948876839659E-4</c:v>
                </c:pt>
                <c:pt idx="344">
                  <c:v>4.7894074360960501E-4</c:v>
                </c:pt>
                <c:pt idx="345">
                  <c:v>1.2010553834237025E-4</c:v>
                </c:pt>
                <c:pt idx="346">
                  <c:v>1.8665278853601859E-4</c:v>
                </c:pt>
                <c:pt idx="347">
                  <c:v>2.2369771494965145E-4</c:v>
                </c:pt>
                <c:pt idx="348">
                  <c:v>2.8833752904725018E-4</c:v>
                </c:pt>
                <c:pt idx="349">
                  <c:v>2.8833752904725018E-4</c:v>
                </c:pt>
                <c:pt idx="350">
                  <c:v>6.1585011618900084E-5</c:v>
                </c:pt>
                <c:pt idx="351">
                  <c:v>3.9173121611154146E-4</c:v>
                </c:pt>
                <c:pt idx="352">
                  <c:v>3.7282629744384196E-5</c:v>
                </c:pt>
                <c:pt idx="353">
                  <c:v>3.7282629744384196E-5</c:v>
                </c:pt>
                <c:pt idx="354">
                  <c:v>3.7282629744384196E-5</c:v>
                </c:pt>
                <c:pt idx="355">
                  <c:v>3.7282629744384196E-5</c:v>
                </c:pt>
                <c:pt idx="356">
                  <c:v>2.6665859798605734E-4</c:v>
                </c:pt>
                <c:pt idx="357">
                  <c:v>5.2754647560030985E-5</c:v>
                </c:pt>
                <c:pt idx="358">
                  <c:v>5.2754647560030985E-5</c:v>
                </c:pt>
                <c:pt idx="359">
                  <c:v>3.9495546088303644E-4</c:v>
                </c:pt>
                <c:pt idx="360">
                  <c:v>7.8800348567002333E-5</c:v>
                </c:pt>
                <c:pt idx="361">
                  <c:v>1.0650658404337723E-4</c:v>
                </c:pt>
                <c:pt idx="362">
                  <c:v>3.1213206816421382E-4</c:v>
                </c:pt>
                <c:pt idx="363">
                  <c:v>3.6021010844306743E-4</c:v>
                </c:pt>
                <c:pt idx="364">
                  <c:v>3.7132552285050349E-4</c:v>
                </c:pt>
                <c:pt idx="365">
                  <c:v>3.7132552285050349E-4</c:v>
                </c:pt>
                <c:pt idx="366">
                  <c:v>3.4815065840433776E-4</c:v>
                </c:pt>
                <c:pt idx="367">
                  <c:v>1.4205073586367158E-4</c:v>
                </c:pt>
                <c:pt idx="368">
                  <c:v>1.9545894655305965E-4</c:v>
                </c:pt>
                <c:pt idx="369">
                  <c:v>1.6221436870642915E-4</c:v>
                </c:pt>
                <c:pt idx="370">
                  <c:v>3.054124709527498E-4</c:v>
                </c:pt>
                <c:pt idx="371">
                  <c:v>8.2460302091402017E-5</c:v>
                </c:pt>
                <c:pt idx="372">
                  <c:v>6.4213787761425252E-4</c:v>
                </c:pt>
                <c:pt idx="373">
                  <c:v>5.2425445391169636E-4</c:v>
                </c:pt>
                <c:pt idx="374">
                  <c:v>2.9578814872192102E-4</c:v>
                </c:pt>
                <c:pt idx="375">
                  <c:v>3.5275464756003098E-4</c:v>
                </c:pt>
                <c:pt idx="376">
                  <c:v>1.4265104570100696E-4</c:v>
                </c:pt>
                <c:pt idx="377">
                  <c:v>1.4265104570100696E-4</c:v>
                </c:pt>
                <c:pt idx="378">
                  <c:v>1.4265104570100696E-4</c:v>
                </c:pt>
                <c:pt idx="379">
                  <c:v>4.5772172734314484E-5</c:v>
                </c:pt>
                <c:pt idx="380">
                  <c:v>3.7520817195972118E-4</c:v>
                </c:pt>
                <c:pt idx="381">
                  <c:v>3.7520817195972118E-4</c:v>
                </c:pt>
                <c:pt idx="382">
                  <c:v>3.189339659178931E-5</c:v>
                </c:pt>
                <c:pt idx="383">
                  <c:v>3.595613865220759E-4</c:v>
                </c:pt>
                <c:pt idx="384">
                  <c:v>2.337238574748257E-7</c:v>
                </c:pt>
                <c:pt idx="385">
                  <c:v>2.2117060418280405E-6</c:v>
                </c:pt>
                <c:pt idx="386">
                  <c:v>3.8920410534469405E-4</c:v>
                </c:pt>
                <c:pt idx="387">
                  <c:v>1.0142331525948877E-3</c:v>
                </c:pt>
                <c:pt idx="388">
                  <c:v>6.7365414407436093E-4</c:v>
                </c:pt>
                <c:pt idx="389">
                  <c:v>5.8196165762974437E-4</c:v>
                </c:pt>
                <c:pt idx="390">
                  <c:v>7.5300154918667692E-4</c:v>
                </c:pt>
                <c:pt idx="391">
                  <c:v>6.5525755228505039E-4</c:v>
                </c:pt>
                <c:pt idx="392">
                  <c:v>5.6642137877614251E-4</c:v>
                </c:pt>
                <c:pt idx="393">
                  <c:v>4.444471340046476E-4</c:v>
                </c:pt>
                <c:pt idx="394">
                  <c:v>4.3779531371030214E-4</c:v>
                </c:pt>
                <c:pt idx="395">
                  <c:v>5.3621223857474828E-4</c:v>
                </c:pt>
                <c:pt idx="396">
                  <c:v>5.3621223857474828E-4</c:v>
                </c:pt>
                <c:pt idx="397">
                  <c:v>5.3621223857474828E-4</c:v>
                </c:pt>
                <c:pt idx="398">
                  <c:v>5.3621223857474828E-4</c:v>
                </c:pt>
                <c:pt idx="399">
                  <c:v>1.2410921766072813E-4</c:v>
                </c:pt>
                <c:pt idx="400">
                  <c:v>6.8788729666924861E-4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3DE-4FEA-85D8-262164D9ECD5}"/>
            </c:ext>
          </c:extLst>
        </c:ser>
        <c:ser>
          <c:idx val="4"/>
          <c:order val="4"/>
          <c:tx>
            <c:v>IVL-2-1-P4</c:v>
          </c:tx>
          <c:spPr>
            <a:ln w="38100" cap="rnd" cmpd="sng" algn="ctr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汇总!$JO$2:$JO$1000</c:f>
              <c:numCache>
                <c:formatCode>General</c:formatCode>
                <c:ptCount val="999"/>
                <c:pt idx="0">
                  <c:v>380</c:v>
                </c:pt>
                <c:pt idx="1">
                  <c:v>381</c:v>
                </c:pt>
                <c:pt idx="2">
                  <c:v>382</c:v>
                </c:pt>
                <c:pt idx="3">
                  <c:v>383</c:v>
                </c:pt>
                <c:pt idx="4">
                  <c:v>384</c:v>
                </c:pt>
                <c:pt idx="5">
                  <c:v>385</c:v>
                </c:pt>
                <c:pt idx="6">
                  <c:v>386</c:v>
                </c:pt>
                <c:pt idx="7">
                  <c:v>387</c:v>
                </c:pt>
                <c:pt idx="8">
                  <c:v>388</c:v>
                </c:pt>
                <c:pt idx="9">
                  <c:v>389</c:v>
                </c:pt>
                <c:pt idx="10">
                  <c:v>390</c:v>
                </c:pt>
                <c:pt idx="11">
                  <c:v>391</c:v>
                </c:pt>
                <c:pt idx="12">
                  <c:v>392</c:v>
                </c:pt>
                <c:pt idx="13">
                  <c:v>393</c:v>
                </c:pt>
                <c:pt idx="14">
                  <c:v>394</c:v>
                </c:pt>
                <c:pt idx="15">
                  <c:v>395</c:v>
                </c:pt>
                <c:pt idx="16">
                  <c:v>396</c:v>
                </c:pt>
                <c:pt idx="17">
                  <c:v>397</c:v>
                </c:pt>
                <c:pt idx="18">
                  <c:v>398</c:v>
                </c:pt>
                <c:pt idx="19">
                  <c:v>399</c:v>
                </c:pt>
                <c:pt idx="20">
                  <c:v>400</c:v>
                </c:pt>
                <c:pt idx="21">
                  <c:v>401</c:v>
                </c:pt>
                <c:pt idx="22">
                  <c:v>402</c:v>
                </c:pt>
                <c:pt idx="23">
                  <c:v>403</c:v>
                </c:pt>
                <c:pt idx="24">
                  <c:v>404</c:v>
                </c:pt>
                <c:pt idx="25">
                  <c:v>405</c:v>
                </c:pt>
                <c:pt idx="26">
                  <c:v>406</c:v>
                </c:pt>
                <c:pt idx="27">
                  <c:v>407</c:v>
                </c:pt>
                <c:pt idx="28">
                  <c:v>408</c:v>
                </c:pt>
                <c:pt idx="29">
                  <c:v>409</c:v>
                </c:pt>
                <c:pt idx="30">
                  <c:v>410</c:v>
                </c:pt>
                <c:pt idx="31">
                  <c:v>411</c:v>
                </c:pt>
                <c:pt idx="32">
                  <c:v>412</c:v>
                </c:pt>
                <c:pt idx="33">
                  <c:v>413</c:v>
                </c:pt>
                <c:pt idx="34">
                  <c:v>414</c:v>
                </c:pt>
                <c:pt idx="35">
                  <c:v>415</c:v>
                </c:pt>
                <c:pt idx="36">
                  <c:v>416</c:v>
                </c:pt>
                <c:pt idx="37">
                  <c:v>417</c:v>
                </c:pt>
                <c:pt idx="38">
                  <c:v>418</c:v>
                </c:pt>
                <c:pt idx="39">
                  <c:v>419</c:v>
                </c:pt>
                <c:pt idx="40">
                  <c:v>420</c:v>
                </c:pt>
                <c:pt idx="41">
                  <c:v>421</c:v>
                </c:pt>
                <c:pt idx="42">
                  <c:v>422</c:v>
                </c:pt>
                <c:pt idx="43">
                  <c:v>423</c:v>
                </c:pt>
                <c:pt idx="44">
                  <c:v>424</c:v>
                </c:pt>
                <c:pt idx="45">
                  <c:v>425</c:v>
                </c:pt>
                <c:pt idx="46">
                  <c:v>426</c:v>
                </c:pt>
                <c:pt idx="47">
                  <c:v>427</c:v>
                </c:pt>
                <c:pt idx="48">
                  <c:v>428</c:v>
                </c:pt>
                <c:pt idx="49">
                  <c:v>429</c:v>
                </c:pt>
                <c:pt idx="50">
                  <c:v>430</c:v>
                </c:pt>
                <c:pt idx="51">
                  <c:v>431</c:v>
                </c:pt>
                <c:pt idx="52">
                  <c:v>432</c:v>
                </c:pt>
                <c:pt idx="53">
                  <c:v>433</c:v>
                </c:pt>
                <c:pt idx="54">
                  <c:v>434</c:v>
                </c:pt>
                <c:pt idx="55">
                  <c:v>435</c:v>
                </c:pt>
                <c:pt idx="56">
                  <c:v>436</c:v>
                </c:pt>
                <c:pt idx="57">
                  <c:v>437</c:v>
                </c:pt>
                <c:pt idx="58">
                  <c:v>438</c:v>
                </c:pt>
                <c:pt idx="59">
                  <c:v>439</c:v>
                </c:pt>
                <c:pt idx="60">
                  <c:v>440</c:v>
                </c:pt>
                <c:pt idx="61">
                  <c:v>441</c:v>
                </c:pt>
                <c:pt idx="62">
                  <c:v>442</c:v>
                </c:pt>
                <c:pt idx="63">
                  <c:v>443</c:v>
                </c:pt>
                <c:pt idx="64">
                  <c:v>444</c:v>
                </c:pt>
                <c:pt idx="65">
                  <c:v>445</c:v>
                </c:pt>
                <c:pt idx="66">
                  <c:v>446</c:v>
                </c:pt>
                <c:pt idx="67">
                  <c:v>447</c:v>
                </c:pt>
                <c:pt idx="68">
                  <c:v>448</c:v>
                </c:pt>
                <c:pt idx="69">
                  <c:v>449</c:v>
                </c:pt>
                <c:pt idx="70">
                  <c:v>450</c:v>
                </c:pt>
                <c:pt idx="71">
                  <c:v>451</c:v>
                </c:pt>
                <c:pt idx="72">
                  <c:v>452</c:v>
                </c:pt>
                <c:pt idx="73">
                  <c:v>453</c:v>
                </c:pt>
                <c:pt idx="74">
                  <c:v>454</c:v>
                </c:pt>
                <c:pt idx="75">
                  <c:v>455</c:v>
                </c:pt>
                <c:pt idx="76">
                  <c:v>456</c:v>
                </c:pt>
                <c:pt idx="77">
                  <c:v>457</c:v>
                </c:pt>
                <c:pt idx="78">
                  <c:v>458</c:v>
                </c:pt>
                <c:pt idx="79">
                  <c:v>459</c:v>
                </c:pt>
                <c:pt idx="80">
                  <c:v>460</c:v>
                </c:pt>
                <c:pt idx="81">
                  <c:v>461</c:v>
                </c:pt>
                <c:pt idx="82">
                  <c:v>462</c:v>
                </c:pt>
                <c:pt idx="83">
                  <c:v>463</c:v>
                </c:pt>
                <c:pt idx="84">
                  <c:v>464</c:v>
                </c:pt>
                <c:pt idx="85">
                  <c:v>465</c:v>
                </c:pt>
                <c:pt idx="86">
                  <c:v>466</c:v>
                </c:pt>
                <c:pt idx="87">
                  <c:v>467</c:v>
                </c:pt>
                <c:pt idx="88">
                  <c:v>468</c:v>
                </c:pt>
                <c:pt idx="89">
                  <c:v>469</c:v>
                </c:pt>
                <c:pt idx="90">
                  <c:v>470</c:v>
                </c:pt>
                <c:pt idx="91">
                  <c:v>471</c:v>
                </c:pt>
                <c:pt idx="92">
                  <c:v>472</c:v>
                </c:pt>
                <c:pt idx="93">
                  <c:v>473</c:v>
                </c:pt>
                <c:pt idx="94">
                  <c:v>474</c:v>
                </c:pt>
                <c:pt idx="95">
                  <c:v>475</c:v>
                </c:pt>
                <c:pt idx="96">
                  <c:v>476</c:v>
                </c:pt>
                <c:pt idx="97">
                  <c:v>477</c:v>
                </c:pt>
                <c:pt idx="98">
                  <c:v>478</c:v>
                </c:pt>
                <c:pt idx="99">
                  <c:v>479</c:v>
                </c:pt>
                <c:pt idx="100">
                  <c:v>480</c:v>
                </c:pt>
                <c:pt idx="101">
                  <c:v>481</c:v>
                </c:pt>
                <c:pt idx="102">
                  <c:v>482</c:v>
                </c:pt>
                <c:pt idx="103">
                  <c:v>483</c:v>
                </c:pt>
                <c:pt idx="104">
                  <c:v>484</c:v>
                </c:pt>
                <c:pt idx="105">
                  <c:v>485</c:v>
                </c:pt>
                <c:pt idx="106">
                  <c:v>486</c:v>
                </c:pt>
                <c:pt idx="107">
                  <c:v>487</c:v>
                </c:pt>
                <c:pt idx="108">
                  <c:v>488</c:v>
                </c:pt>
                <c:pt idx="109">
                  <c:v>489</c:v>
                </c:pt>
                <c:pt idx="110">
                  <c:v>490</c:v>
                </c:pt>
                <c:pt idx="111">
                  <c:v>491</c:v>
                </c:pt>
                <c:pt idx="112">
                  <c:v>492</c:v>
                </c:pt>
                <c:pt idx="113">
                  <c:v>493</c:v>
                </c:pt>
                <c:pt idx="114">
                  <c:v>494</c:v>
                </c:pt>
                <c:pt idx="115">
                  <c:v>495</c:v>
                </c:pt>
                <c:pt idx="116">
                  <c:v>496</c:v>
                </c:pt>
                <c:pt idx="117">
                  <c:v>497</c:v>
                </c:pt>
                <c:pt idx="118">
                  <c:v>498</c:v>
                </c:pt>
                <c:pt idx="119">
                  <c:v>499</c:v>
                </c:pt>
                <c:pt idx="120">
                  <c:v>500</c:v>
                </c:pt>
                <c:pt idx="121">
                  <c:v>501</c:v>
                </c:pt>
                <c:pt idx="122">
                  <c:v>502</c:v>
                </c:pt>
                <c:pt idx="123">
                  <c:v>503</c:v>
                </c:pt>
                <c:pt idx="124">
                  <c:v>504</c:v>
                </c:pt>
                <c:pt idx="125">
                  <c:v>505</c:v>
                </c:pt>
                <c:pt idx="126">
                  <c:v>506</c:v>
                </c:pt>
                <c:pt idx="127">
                  <c:v>507</c:v>
                </c:pt>
                <c:pt idx="128">
                  <c:v>508</c:v>
                </c:pt>
                <c:pt idx="129">
                  <c:v>509</c:v>
                </c:pt>
                <c:pt idx="130">
                  <c:v>510</c:v>
                </c:pt>
                <c:pt idx="131">
                  <c:v>511</c:v>
                </c:pt>
                <c:pt idx="132">
                  <c:v>512</c:v>
                </c:pt>
                <c:pt idx="133">
                  <c:v>513</c:v>
                </c:pt>
                <c:pt idx="134">
                  <c:v>514</c:v>
                </c:pt>
                <c:pt idx="135">
                  <c:v>515</c:v>
                </c:pt>
                <c:pt idx="136">
                  <c:v>516</c:v>
                </c:pt>
                <c:pt idx="137">
                  <c:v>517</c:v>
                </c:pt>
                <c:pt idx="138">
                  <c:v>518</c:v>
                </c:pt>
                <c:pt idx="139">
                  <c:v>519</c:v>
                </c:pt>
                <c:pt idx="140">
                  <c:v>520</c:v>
                </c:pt>
                <c:pt idx="141">
                  <c:v>521</c:v>
                </c:pt>
                <c:pt idx="142">
                  <c:v>522</c:v>
                </c:pt>
                <c:pt idx="143">
                  <c:v>523</c:v>
                </c:pt>
                <c:pt idx="144">
                  <c:v>524</c:v>
                </c:pt>
                <c:pt idx="145">
                  <c:v>525</c:v>
                </c:pt>
                <c:pt idx="146">
                  <c:v>526</c:v>
                </c:pt>
                <c:pt idx="147">
                  <c:v>527</c:v>
                </c:pt>
                <c:pt idx="148">
                  <c:v>528</c:v>
                </c:pt>
                <c:pt idx="149">
                  <c:v>529</c:v>
                </c:pt>
                <c:pt idx="150">
                  <c:v>530</c:v>
                </c:pt>
                <c:pt idx="151">
                  <c:v>531</c:v>
                </c:pt>
                <c:pt idx="152">
                  <c:v>532</c:v>
                </c:pt>
                <c:pt idx="153">
                  <c:v>533</c:v>
                </c:pt>
                <c:pt idx="154">
                  <c:v>534</c:v>
                </c:pt>
                <c:pt idx="155">
                  <c:v>535</c:v>
                </c:pt>
                <c:pt idx="156">
                  <c:v>536</c:v>
                </c:pt>
                <c:pt idx="157">
                  <c:v>537</c:v>
                </c:pt>
                <c:pt idx="158">
                  <c:v>538</c:v>
                </c:pt>
                <c:pt idx="159">
                  <c:v>539</c:v>
                </c:pt>
                <c:pt idx="160">
                  <c:v>540</c:v>
                </c:pt>
                <c:pt idx="161">
                  <c:v>541</c:v>
                </c:pt>
                <c:pt idx="162">
                  <c:v>542</c:v>
                </c:pt>
                <c:pt idx="163">
                  <c:v>543</c:v>
                </c:pt>
                <c:pt idx="164">
                  <c:v>544</c:v>
                </c:pt>
                <c:pt idx="165">
                  <c:v>545</c:v>
                </c:pt>
                <c:pt idx="166">
                  <c:v>546</c:v>
                </c:pt>
                <c:pt idx="167">
                  <c:v>547</c:v>
                </c:pt>
                <c:pt idx="168">
                  <c:v>548</c:v>
                </c:pt>
                <c:pt idx="169">
                  <c:v>549</c:v>
                </c:pt>
                <c:pt idx="170">
                  <c:v>550</c:v>
                </c:pt>
                <c:pt idx="171">
                  <c:v>551</c:v>
                </c:pt>
                <c:pt idx="172">
                  <c:v>552</c:v>
                </c:pt>
                <c:pt idx="173">
                  <c:v>553</c:v>
                </c:pt>
                <c:pt idx="174">
                  <c:v>554</c:v>
                </c:pt>
                <c:pt idx="175">
                  <c:v>555</c:v>
                </c:pt>
                <c:pt idx="176">
                  <c:v>556</c:v>
                </c:pt>
                <c:pt idx="177">
                  <c:v>557</c:v>
                </c:pt>
                <c:pt idx="178">
                  <c:v>558</c:v>
                </c:pt>
                <c:pt idx="179">
                  <c:v>559</c:v>
                </c:pt>
                <c:pt idx="180">
                  <c:v>560</c:v>
                </c:pt>
                <c:pt idx="181">
                  <c:v>561</c:v>
                </c:pt>
                <c:pt idx="182">
                  <c:v>562</c:v>
                </c:pt>
                <c:pt idx="183">
                  <c:v>563</c:v>
                </c:pt>
                <c:pt idx="184">
                  <c:v>564</c:v>
                </c:pt>
                <c:pt idx="185">
                  <c:v>565</c:v>
                </c:pt>
                <c:pt idx="186">
                  <c:v>566</c:v>
                </c:pt>
                <c:pt idx="187">
                  <c:v>567</c:v>
                </c:pt>
                <c:pt idx="188">
                  <c:v>568</c:v>
                </c:pt>
                <c:pt idx="189">
                  <c:v>569</c:v>
                </c:pt>
                <c:pt idx="190">
                  <c:v>570</c:v>
                </c:pt>
                <c:pt idx="191">
                  <c:v>571</c:v>
                </c:pt>
                <c:pt idx="192">
                  <c:v>572</c:v>
                </c:pt>
                <c:pt idx="193">
                  <c:v>573</c:v>
                </c:pt>
                <c:pt idx="194">
                  <c:v>574</c:v>
                </c:pt>
                <c:pt idx="195">
                  <c:v>575</c:v>
                </c:pt>
                <c:pt idx="196">
                  <c:v>576</c:v>
                </c:pt>
                <c:pt idx="197">
                  <c:v>577</c:v>
                </c:pt>
                <c:pt idx="198">
                  <c:v>578</c:v>
                </c:pt>
                <c:pt idx="199">
                  <c:v>579</c:v>
                </c:pt>
                <c:pt idx="200">
                  <c:v>580</c:v>
                </c:pt>
                <c:pt idx="201">
                  <c:v>581</c:v>
                </c:pt>
                <c:pt idx="202">
                  <c:v>582</c:v>
                </c:pt>
                <c:pt idx="203">
                  <c:v>583</c:v>
                </c:pt>
                <c:pt idx="204">
                  <c:v>584</c:v>
                </c:pt>
                <c:pt idx="205">
                  <c:v>585</c:v>
                </c:pt>
                <c:pt idx="206">
                  <c:v>586</c:v>
                </c:pt>
                <c:pt idx="207">
                  <c:v>587</c:v>
                </c:pt>
                <c:pt idx="208">
                  <c:v>588</c:v>
                </c:pt>
                <c:pt idx="209">
                  <c:v>589</c:v>
                </c:pt>
                <c:pt idx="210">
                  <c:v>590</c:v>
                </c:pt>
                <c:pt idx="211">
                  <c:v>591</c:v>
                </c:pt>
                <c:pt idx="212">
                  <c:v>592</c:v>
                </c:pt>
                <c:pt idx="213">
                  <c:v>593</c:v>
                </c:pt>
                <c:pt idx="214">
                  <c:v>594</c:v>
                </c:pt>
                <c:pt idx="215">
                  <c:v>595</c:v>
                </c:pt>
                <c:pt idx="216">
                  <c:v>596</c:v>
                </c:pt>
                <c:pt idx="217">
                  <c:v>597</c:v>
                </c:pt>
                <c:pt idx="218">
                  <c:v>598</c:v>
                </c:pt>
                <c:pt idx="219">
                  <c:v>599</c:v>
                </c:pt>
                <c:pt idx="220">
                  <c:v>600</c:v>
                </c:pt>
                <c:pt idx="221">
                  <c:v>601</c:v>
                </c:pt>
                <c:pt idx="222">
                  <c:v>602</c:v>
                </c:pt>
                <c:pt idx="223">
                  <c:v>603</c:v>
                </c:pt>
                <c:pt idx="224">
                  <c:v>604</c:v>
                </c:pt>
                <c:pt idx="225">
                  <c:v>605</c:v>
                </c:pt>
                <c:pt idx="226">
                  <c:v>606</c:v>
                </c:pt>
                <c:pt idx="227">
                  <c:v>607</c:v>
                </c:pt>
                <c:pt idx="228">
                  <c:v>608</c:v>
                </c:pt>
                <c:pt idx="229">
                  <c:v>609</c:v>
                </c:pt>
                <c:pt idx="230">
                  <c:v>610</c:v>
                </c:pt>
                <c:pt idx="231">
                  <c:v>611</c:v>
                </c:pt>
                <c:pt idx="232">
                  <c:v>612</c:v>
                </c:pt>
                <c:pt idx="233">
                  <c:v>613</c:v>
                </c:pt>
                <c:pt idx="234">
                  <c:v>614</c:v>
                </c:pt>
                <c:pt idx="235">
                  <c:v>615</c:v>
                </c:pt>
                <c:pt idx="236">
                  <c:v>616</c:v>
                </c:pt>
                <c:pt idx="237">
                  <c:v>617</c:v>
                </c:pt>
                <c:pt idx="238">
                  <c:v>618</c:v>
                </c:pt>
                <c:pt idx="239">
                  <c:v>619</c:v>
                </c:pt>
                <c:pt idx="240">
                  <c:v>620</c:v>
                </c:pt>
                <c:pt idx="241">
                  <c:v>621</c:v>
                </c:pt>
                <c:pt idx="242">
                  <c:v>622</c:v>
                </c:pt>
                <c:pt idx="243">
                  <c:v>623</c:v>
                </c:pt>
                <c:pt idx="244">
                  <c:v>624</c:v>
                </c:pt>
                <c:pt idx="245">
                  <c:v>625</c:v>
                </c:pt>
                <c:pt idx="246">
                  <c:v>626</c:v>
                </c:pt>
                <c:pt idx="247">
                  <c:v>627</c:v>
                </c:pt>
                <c:pt idx="248">
                  <c:v>628</c:v>
                </c:pt>
                <c:pt idx="249">
                  <c:v>629</c:v>
                </c:pt>
                <c:pt idx="250">
                  <c:v>630</c:v>
                </c:pt>
                <c:pt idx="251">
                  <c:v>631</c:v>
                </c:pt>
                <c:pt idx="252">
                  <c:v>632</c:v>
                </c:pt>
                <c:pt idx="253">
                  <c:v>633</c:v>
                </c:pt>
                <c:pt idx="254">
                  <c:v>634</c:v>
                </c:pt>
                <c:pt idx="255">
                  <c:v>635</c:v>
                </c:pt>
                <c:pt idx="256">
                  <c:v>636</c:v>
                </c:pt>
                <c:pt idx="257">
                  <c:v>637</c:v>
                </c:pt>
                <c:pt idx="258">
                  <c:v>638</c:v>
                </c:pt>
                <c:pt idx="259">
                  <c:v>639</c:v>
                </c:pt>
                <c:pt idx="260">
                  <c:v>640</c:v>
                </c:pt>
                <c:pt idx="261">
                  <c:v>641</c:v>
                </c:pt>
                <c:pt idx="262">
                  <c:v>642</c:v>
                </c:pt>
                <c:pt idx="263">
                  <c:v>643</c:v>
                </c:pt>
                <c:pt idx="264">
                  <c:v>644</c:v>
                </c:pt>
                <c:pt idx="265">
                  <c:v>645</c:v>
                </c:pt>
                <c:pt idx="266">
                  <c:v>646</c:v>
                </c:pt>
                <c:pt idx="267">
                  <c:v>647</c:v>
                </c:pt>
                <c:pt idx="268">
                  <c:v>648</c:v>
                </c:pt>
                <c:pt idx="269">
                  <c:v>649</c:v>
                </c:pt>
                <c:pt idx="270">
                  <c:v>650</c:v>
                </c:pt>
                <c:pt idx="271">
                  <c:v>651</c:v>
                </c:pt>
                <c:pt idx="272">
                  <c:v>652</c:v>
                </c:pt>
                <c:pt idx="273">
                  <c:v>653</c:v>
                </c:pt>
                <c:pt idx="274">
                  <c:v>654</c:v>
                </c:pt>
                <c:pt idx="275">
                  <c:v>655</c:v>
                </c:pt>
                <c:pt idx="276">
                  <c:v>656</c:v>
                </c:pt>
                <c:pt idx="277">
                  <c:v>657</c:v>
                </c:pt>
                <c:pt idx="278">
                  <c:v>658</c:v>
                </c:pt>
                <c:pt idx="279">
                  <c:v>659</c:v>
                </c:pt>
                <c:pt idx="280">
                  <c:v>660</c:v>
                </c:pt>
                <c:pt idx="281">
                  <c:v>661</c:v>
                </c:pt>
                <c:pt idx="282">
                  <c:v>662</c:v>
                </c:pt>
                <c:pt idx="283">
                  <c:v>663</c:v>
                </c:pt>
                <c:pt idx="284">
                  <c:v>664</c:v>
                </c:pt>
                <c:pt idx="285">
                  <c:v>665</c:v>
                </c:pt>
                <c:pt idx="286">
                  <c:v>666</c:v>
                </c:pt>
                <c:pt idx="287">
                  <c:v>667</c:v>
                </c:pt>
                <c:pt idx="288">
                  <c:v>668</c:v>
                </c:pt>
                <c:pt idx="289">
                  <c:v>669</c:v>
                </c:pt>
                <c:pt idx="290">
                  <c:v>670</c:v>
                </c:pt>
                <c:pt idx="291">
                  <c:v>671</c:v>
                </c:pt>
                <c:pt idx="292">
                  <c:v>672</c:v>
                </c:pt>
                <c:pt idx="293">
                  <c:v>673</c:v>
                </c:pt>
                <c:pt idx="294">
                  <c:v>674</c:v>
                </c:pt>
                <c:pt idx="295">
                  <c:v>675</c:v>
                </c:pt>
                <c:pt idx="296">
                  <c:v>676</c:v>
                </c:pt>
                <c:pt idx="297">
                  <c:v>677</c:v>
                </c:pt>
                <c:pt idx="298">
                  <c:v>678</c:v>
                </c:pt>
                <c:pt idx="299">
                  <c:v>679</c:v>
                </c:pt>
                <c:pt idx="300">
                  <c:v>680</c:v>
                </c:pt>
                <c:pt idx="301">
                  <c:v>681</c:v>
                </c:pt>
                <c:pt idx="302">
                  <c:v>682</c:v>
                </c:pt>
                <c:pt idx="303">
                  <c:v>683</c:v>
                </c:pt>
                <c:pt idx="304">
                  <c:v>684</c:v>
                </c:pt>
                <c:pt idx="305">
                  <c:v>685</c:v>
                </c:pt>
                <c:pt idx="306">
                  <c:v>686</c:v>
                </c:pt>
                <c:pt idx="307">
                  <c:v>687</c:v>
                </c:pt>
                <c:pt idx="308">
                  <c:v>688</c:v>
                </c:pt>
                <c:pt idx="309">
                  <c:v>689</c:v>
                </c:pt>
                <c:pt idx="310">
                  <c:v>690</c:v>
                </c:pt>
                <c:pt idx="311">
                  <c:v>691</c:v>
                </c:pt>
                <c:pt idx="312">
                  <c:v>692</c:v>
                </c:pt>
                <c:pt idx="313">
                  <c:v>693</c:v>
                </c:pt>
                <c:pt idx="314">
                  <c:v>694</c:v>
                </c:pt>
                <c:pt idx="315">
                  <c:v>695</c:v>
                </c:pt>
                <c:pt idx="316">
                  <c:v>696</c:v>
                </c:pt>
                <c:pt idx="317">
                  <c:v>697</c:v>
                </c:pt>
                <c:pt idx="318">
                  <c:v>698</c:v>
                </c:pt>
                <c:pt idx="319">
                  <c:v>699</c:v>
                </c:pt>
                <c:pt idx="320">
                  <c:v>700</c:v>
                </c:pt>
                <c:pt idx="321">
                  <c:v>701</c:v>
                </c:pt>
                <c:pt idx="322">
                  <c:v>702</c:v>
                </c:pt>
                <c:pt idx="323">
                  <c:v>703</c:v>
                </c:pt>
                <c:pt idx="324">
                  <c:v>704</c:v>
                </c:pt>
                <c:pt idx="325">
                  <c:v>705</c:v>
                </c:pt>
                <c:pt idx="326">
                  <c:v>706</c:v>
                </c:pt>
                <c:pt idx="327">
                  <c:v>707</c:v>
                </c:pt>
                <c:pt idx="328">
                  <c:v>708</c:v>
                </c:pt>
                <c:pt idx="329">
                  <c:v>709</c:v>
                </c:pt>
                <c:pt idx="330">
                  <c:v>710</c:v>
                </c:pt>
                <c:pt idx="331">
                  <c:v>711</c:v>
                </c:pt>
                <c:pt idx="332">
                  <c:v>712</c:v>
                </c:pt>
                <c:pt idx="333">
                  <c:v>713</c:v>
                </c:pt>
                <c:pt idx="334">
                  <c:v>714</c:v>
                </c:pt>
                <c:pt idx="335">
                  <c:v>715</c:v>
                </c:pt>
                <c:pt idx="336">
                  <c:v>716</c:v>
                </c:pt>
                <c:pt idx="337">
                  <c:v>717</c:v>
                </c:pt>
                <c:pt idx="338">
                  <c:v>718</c:v>
                </c:pt>
                <c:pt idx="339">
                  <c:v>719</c:v>
                </c:pt>
                <c:pt idx="340">
                  <c:v>720</c:v>
                </c:pt>
                <c:pt idx="341">
                  <c:v>721</c:v>
                </c:pt>
                <c:pt idx="342">
                  <c:v>722</c:v>
                </c:pt>
                <c:pt idx="343">
                  <c:v>723</c:v>
                </c:pt>
                <c:pt idx="344">
                  <c:v>724</c:v>
                </c:pt>
                <c:pt idx="345">
                  <c:v>725</c:v>
                </c:pt>
                <c:pt idx="346">
                  <c:v>726</c:v>
                </c:pt>
                <c:pt idx="347">
                  <c:v>727</c:v>
                </c:pt>
                <c:pt idx="348">
                  <c:v>728</c:v>
                </c:pt>
                <c:pt idx="349">
                  <c:v>729</c:v>
                </c:pt>
                <c:pt idx="350">
                  <c:v>730</c:v>
                </c:pt>
                <c:pt idx="351">
                  <c:v>731</c:v>
                </c:pt>
                <c:pt idx="352">
                  <c:v>732</c:v>
                </c:pt>
                <c:pt idx="353">
                  <c:v>733</c:v>
                </c:pt>
                <c:pt idx="354">
                  <c:v>734</c:v>
                </c:pt>
                <c:pt idx="355">
                  <c:v>735</c:v>
                </c:pt>
                <c:pt idx="356">
                  <c:v>736</c:v>
                </c:pt>
                <c:pt idx="357">
                  <c:v>737</c:v>
                </c:pt>
                <c:pt idx="358">
                  <c:v>738</c:v>
                </c:pt>
                <c:pt idx="359">
                  <c:v>739</c:v>
                </c:pt>
                <c:pt idx="360">
                  <c:v>740</c:v>
                </c:pt>
                <c:pt idx="361">
                  <c:v>741</c:v>
                </c:pt>
                <c:pt idx="362">
                  <c:v>742</c:v>
                </c:pt>
                <c:pt idx="363">
                  <c:v>743</c:v>
                </c:pt>
                <c:pt idx="364">
                  <c:v>744</c:v>
                </c:pt>
                <c:pt idx="365">
                  <c:v>745</c:v>
                </c:pt>
                <c:pt idx="366">
                  <c:v>746</c:v>
                </c:pt>
                <c:pt idx="367">
                  <c:v>747</c:v>
                </c:pt>
                <c:pt idx="368">
                  <c:v>748</c:v>
                </c:pt>
                <c:pt idx="369">
                  <c:v>749</c:v>
                </c:pt>
                <c:pt idx="370">
                  <c:v>750</c:v>
                </c:pt>
                <c:pt idx="371">
                  <c:v>751</c:v>
                </c:pt>
                <c:pt idx="372">
                  <c:v>752</c:v>
                </c:pt>
                <c:pt idx="373">
                  <c:v>753</c:v>
                </c:pt>
                <c:pt idx="374">
                  <c:v>754</c:v>
                </c:pt>
                <c:pt idx="375">
                  <c:v>755</c:v>
                </c:pt>
                <c:pt idx="376">
                  <c:v>756</c:v>
                </c:pt>
                <c:pt idx="377">
                  <c:v>757</c:v>
                </c:pt>
                <c:pt idx="378">
                  <c:v>758</c:v>
                </c:pt>
                <c:pt idx="379">
                  <c:v>759</c:v>
                </c:pt>
                <c:pt idx="380">
                  <c:v>760</c:v>
                </c:pt>
                <c:pt idx="381">
                  <c:v>761</c:v>
                </c:pt>
                <c:pt idx="382">
                  <c:v>762</c:v>
                </c:pt>
                <c:pt idx="383">
                  <c:v>763</c:v>
                </c:pt>
                <c:pt idx="384">
                  <c:v>764</c:v>
                </c:pt>
                <c:pt idx="385">
                  <c:v>765</c:v>
                </c:pt>
                <c:pt idx="386">
                  <c:v>766</c:v>
                </c:pt>
                <c:pt idx="387">
                  <c:v>767</c:v>
                </c:pt>
                <c:pt idx="388">
                  <c:v>768</c:v>
                </c:pt>
                <c:pt idx="389">
                  <c:v>769</c:v>
                </c:pt>
                <c:pt idx="390">
                  <c:v>770</c:v>
                </c:pt>
                <c:pt idx="391">
                  <c:v>771</c:v>
                </c:pt>
                <c:pt idx="392">
                  <c:v>772</c:v>
                </c:pt>
                <c:pt idx="393">
                  <c:v>773</c:v>
                </c:pt>
                <c:pt idx="394">
                  <c:v>774</c:v>
                </c:pt>
                <c:pt idx="395">
                  <c:v>775</c:v>
                </c:pt>
                <c:pt idx="396">
                  <c:v>776</c:v>
                </c:pt>
                <c:pt idx="397">
                  <c:v>777</c:v>
                </c:pt>
                <c:pt idx="398">
                  <c:v>778</c:v>
                </c:pt>
                <c:pt idx="399">
                  <c:v>779</c:v>
                </c:pt>
                <c:pt idx="400">
                  <c:v>780</c:v>
                </c:pt>
              </c:numCache>
            </c:numRef>
          </c:xVal>
          <c:yVal>
            <c:numRef>
              <c:f>汇总!$JP$2:$JP$1000</c:f>
              <c:numCache>
                <c:formatCode>General</c:formatCode>
                <c:ptCount val="999"/>
                <c:pt idx="0">
                  <c:v>5.7205026866201879E-4</c:v>
                </c:pt>
                <c:pt idx="1">
                  <c:v>3.4769749988898268E-5</c:v>
                </c:pt>
                <c:pt idx="2">
                  <c:v>4.5894577911985434E-4</c:v>
                </c:pt>
                <c:pt idx="3">
                  <c:v>5.0051067987033171E-4</c:v>
                </c:pt>
                <c:pt idx="4">
                  <c:v>5.8768151338869402E-4</c:v>
                </c:pt>
                <c:pt idx="5">
                  <c:v>1.9993783027665528E-4</c:v>
                </c:pt>
                <c:pt idx="6">
                  <c:v>1.6943914028154003E-4</c:v>
                </c:pt>
                <c:pt idx="7">
                  <c:v>3.0987166392823837E-4</c:v>
                </c:pt>
                <c:pt idx="8">
                  <c:v>6.0517784981571122E-5</c:v>
                </c:pt>
                <c:pt idx="9">
                  <c:v>6.0517784981571122E-5</c:v>
                </c:pt>
                <c:pt idx="10">
                  <c:v>2.3314534393179093E-4</c:v>
                </c:pt>
                <c:pt idx="11">
                  <c:v>2.3589857453705759E-4</c:v>
                </c:pt>
                <c:pt idx="12">
                  <c:v>6.2884675163195521E-4</c:v>
                </c:pt>
                <c:pt idx="13">
                  <c:v>6.2507216128602518E-4</c:v>
                </c:pt>
                <c:pt idx="14">
                  <c:v>5.3843421111061777E-4</c:v>
                </c:pt>
                <c:pt idx="15">
                  <c:v>3.7208135352369108E-4</c:v>
                </c:pt>
                <c:pt idx="16">
                  <c:v>3.9276166792486346E-4</c:v>
                </c:pt>
                <c:pt idx="17">
                  <c:v>1.4354100981393489E-4</c:v>
                </c:pt>
                <c:pt idx="18">
                  <c:v>5.4829255295528229E-4</c:v>
                </c:pt>
                <c:pt idx="19">
                  <c:v>8.7752564501087973E-5</c:v>
                </c:pt>
                <c:pt idx="20">
                  <c:v>1.6301789599893423E-4</c:v>
                </c:pt>
                <c:pt idx="21">
                  <c:v>2.5109463120031971E-4</c:v>
                </c:pt>
                <c:pt idx="22">
                  <c:v>5.19516852435721E-4</c:v>
                </c:pt>
                <c:pt idx="23">
                  <c:v>3.6047337803632484E-4</c:v>
                </c:pt>
                <c:pt idx="24">
                  <c:v>1.7194369199342779E-4</c:v>
                </c:pt>
                <c:pt idx="25">
                  <c:v>1.7141969003952218E-4</c:v>
                </c:pt>
                <c:pt idx="26">
                  <c:v>3.425107686842222E-4</c:v>
                </c:pt>
                <c:pt idx="27">
                  <c:v>4.4364758648252588E-4</c:v>
                </c:pt>
                <c:pt idx="28">
                  <c:v>5.0166526044673383E-4</c:v>
                </c:pt>
                <c:pt idx="29">
                  <c:v>4.2507660198054975E-4</c:v>
                </c:pt>
                <c:pt idx="30">
                  <c:v>3.8479062125316396E-4</c:v>
                </c:pt>
                <c:pt idx="31">
                  <c:v>4.9438252142635112E-4</c:v>
                </c:pt>
                <c:pt idx="32">
                  <c:v>4.3596074426040232E-4</c:v>
                </c:pt>
                <c:pt idx="33">
                  <c:v>3.650162085350149E-4</c:v>
                </c:pt>
                <c:pt idx="34">
                  <c:v>4.942493005906124E-4</c:v>
                </c:pt>
                <c:pt idx="35">
                  <c:v>5.417203250588392E-4</c:v>
                </c:pt>
                <c:pt idx="36">
                  <c:v>6.7760557751232297E-4</c:v>
                </c:pt>
                <c:pt idx="37">
                  <c:v>6.7391980105688525E-4</c:v>
                </c:pt>
                <c:pt idx="38">
                  <c:v>5.7138416448332516E-4</c:v>
                </c:pt>
                <c:pt idx="39">
                  <c:v>7.8644700031084858E-4</c:v>
                </c:pt>
                <c:pt idx="40">
                  <c:v>6.2844708912473902E-4</c:v>
                </c:pt>
                <c:pt idx="41">
                  <c:v>6.189884097872908E-4</c:v>
                </c:pt>
                <c:pt idx="42">
                  <c:v>7.4794617878236162E-4</c:v>
                </c:pt>
                <c:pt idx="43">
                  <c:v>1.1157689062569387E-3</c:v>
                </c:pt>
                <c:pt idx="44">
                  <c:v>7.9972467693947326E-4</c:v>
                </c:pt>
                <c:pt idx="45">
                  <c:v>9.7903992184377635E-4</c:v>
                </c:pt>
                <c:pt idx="46">
                  <c:v>1.1027576712997914E-3</c:v>
                </c:pt>
                <c:pt idx="47">
                  <c:v>1.1013366490519117E-3</c:v>
                </c:pt>
                <c:pt idx="48">
                  <c:v>9.6838225498467958E-4</c:v>
                </c:pt>
                <c:pt idx="49">
                  <c:v>9.1069763310981839E-4</c:v>
                </c:pt>
                <c:pt idx="50">
                  <c:v>1.2723922021404149E-3</c:v>
                </c:pt>
                <c:pt idx="51">
                  <c:v>1.3580976064656511E-3</c:v>
                </c:pt>
                <c:pt idx="52">
                  <c:v>1.2009858341844664E-3</c:v>
                </c:pt>
                <c:pt idx="53">
                  <c:v>1.3474843465518006E-3</c:v>
                </c:pt>
                <c:pt idx="54">
                  <c:v>1.5216927927527864E-3</c:v>
                </c:pt>
                <c:pt idx="55">
                  <c:v>1.7986589102535638E-3</c:v>
                </c:pt>
                <c:pt idx="56">
                  <c:v>1.972956170345042E-3</c:v>
                </c:pt>
                <c:pt idx="57">
                  <c:v>2.3517030063501931E-3</c:v>
                </c:pt>
                <c:pt idx="58">
                  <c:v>2.5527332474799061E-3</c:v>
                </c:pt>
                <c:pt idx="59">
                  <c:v>3.0906345752475689E-3</c:v>
                </c:pt>
                <c:pt idx="60">
                  <c:v>3.8054087659309919E-3</c:v>
                </c:pt>
                <c:pt idx="61">
                  <c:v>4.871441893512146E-3</c:v>
                </c:pt>
                <c:pt idx="62">
                  <c:v>6.6042008970202933E-3</c:v>
                </c:pt>
                <c:pt idx="63">
                  <c:v>9.0714507749011953E-3</c:v>
                </c:pt>
                <c:pt idx="64">
                  <c:v>1.269816599316133E-2</c:v>
                </c:pt>
                <c:pt idx="65">
                  <c:v>1.7856920822416626E-2</c:v>
                </c:pt>
                <c:pt idx="66">
                  <c:v>2.5831075980283315E-2</c:v>
                </c:pt>
                <c:pt idx="67">
                  <c:v>3.665793330076824E-2</c:v>
                </c:pt>
                <c:pt idx="68">
                  <c:v>5.179182024068564E-2</c:v>
                </c:pt>
                <c:pt idx="69">
                  <c:v>7.2645321728318307E-2</c:v>
                </c:pt>
                <c:pt idx="70">
                  <c:v>0.10149207336027355</c:v>
                </c:pt>
                <c:pt idx="71">
                  <c:v>0.13741285136995426</c:v>
                </c:pt>
                <c:pt idx="72">
                  <c:v>0.18291220746924819</c:v>
                </c:pt>
                <c:pt idx="73">
                  <c:v>0.23889160264665393</c:v>
                </c:pt>
                <c:pt idx="74">
                  <c:v>0.30662995692526313</c:v>
                </c:pt>
                <c:pt idx="75">
                  <c:v>0.3861095075269772</c:v>
                </c:pt>
                <c:pt idx="76">
                  <c:v>0.4748878724632532</c:v>
                </c:pt>
                <c:pt idx="77">
                  <c:v>0.5685421199875661</c:v>
                </c:pt>
                <c:pt idx="78">
                  <c:v>0.66725875926994982</c:v>
                </c:pt>
                <c:pt idx="79">
                  <c:v>0.76513166659265508</c:v>
                </c:pt>
                <c:pt idx="80">
                  <c:v>0.84994893201296673</c:v>
                </c:pt>
                <c:pt idx="81">
                  <c:v>0.92304276388827211</c:v>
                </c:pt>
                <c:pt idx="82">
                  <c:v>0.97570940095030867</c:v>
                </c:pt>
                <c:pt idx="83">
                  <c:v>1</c:v>
                </c:pt>
                <c:pt idx="84">
                  <c:v>0.99844575691638182</c:v>
                </c:pt>
                <c:pt idx="85">
                  <c:v>0.96967005639682047</c:v>
                </c:pt>
                <c:pt idx="86">
                  <c:v>0.91931258048758835</c:v>
                </c:pt>
                <c:pt idx="87">
                  <c:v>0.84541942359785072</c:v>
                </c:pt>
                <c:pt idx="88">
                  <c:v>0.76055775123229274</c:v>
                </c:pt>
                <c:pt idx="89">
                  <c:v>0.6735645454949154</c:v>
                </c:pt>
                <c:pt idx="90">
                  <c:v>0.58914694258181988</c:v>
                </c:pt>
                <c:pt idx="91">
                  <c:v>0.50783782583596071</c:v>
                </c:pt>
                <c:pt idx="92">
                  <c:v>0.43233269683378478</c:v>
                </c:pt>
                <c:pt idx="93">
                  <c:v>0.36516719214885207</c:v>
                </c:pt>
                <c:pt idx="94">
                  <c:v>0.30851725209822811</c:v>
                </c:pt>
                <c:pt idx="95">
                  <c:v>0.26122385541098631</c:v>
                </c:pt>
                <c:pt idx="96">
                  <c:v>0.22208801456547805</c:v>
                </c:pt>
                <c:pt idx="97">
                  <c:v>0.19011945468271235</c:v>
                </c:pt>
                <c:pt idx="98">
                  <c:v>0.16206314667614014</c:v>
                </c:pt>
                <c:pt idx="99">
                  <c:v>0.13963763932679071</c:v>
                </c:pt>
                <c:pt idx="100">
                  <c:v>0.12131089302366889</c:v>
                </c:pt>
                <c:pt idx="101">
                  <c:v>0.10596829344109418</c:v>
                </c:pt>
                <c:pt idx="102">
                  <c:v>9.2148852080465374E-2</c:v>
                </c:pt>
                <c:pt idx="103">
                  <c:v>8.1606643279008836E-2</c:v>
                </c:pt>
                <c:pt idx="104">
                  <c:v>7.2290066166348407E-2</c:v>
                </c:pt>
                <c:pt idx="105">
                  <c:v>6.4492206581109282E-2</c:v>
                </c:pt>
                <c:pt idx="106">
                  <c:v>5.7569163817221013E-2</c:v>
                </c:pt>
                <c:pt idx="107">
                  <c:v>5.1329988010124783E-2</c:v>
                </c:pt>
                <c:pt idx="108">
                  <c:v>4.5890137217460811E-2</c:v>
                </c:pt>
                <c:pt idx="109">
                  <c:v>4.0978729073227055E-2</c:v>
                </c:pt>
                <c:pt idx="110">
                  <c:v>3.683955770682535E-2</c:v>
                </c:pt>
                <c:pt idx="111">
                  <c:v>3.2704827034948265E-2</c:v>
                </c:pt>
                <c:pt idx="112">
                  <c:v>2.9180247790754472E-2</c:v>
                </c:pt>
                <c:pt idx="113">
                  <c:v>2.6111283804787069E-2</c:v>
                </c:pt>
                <c:pt idx="114">
                  <c:v>2.3215062835827523E-2</c:v>
                </c:pt>
                <c:pt idx="115">
                  <c:v>2.0446733869177138E-2</c:v>
                </c:pt>
                <c:pt idx="116">
                  <c:v>1.8140237133087614E-2</c:v>
                </c:pt>
                <c:pt idx="117">
                  <c:v>1.6386162795861272E-2</c:v>
                </c:pt>
                <c:pt idx="118">
                  <c:v>1.4446467427505662E-2</c:v>
                </c:pt>
                <c:pt idx="119">
                  <c:v>1.2643989519960923E-2</c:v>
                </c:pt>
                <c:pt idx="120">
                  <c:v>1.1110173631155913E-2</c:v>
                </c:pt>
                <c:pt idx="121">
                  <c:v>9.6953683556108179E-3</c:v>
                </c:pt>
                <c:pt idx="122">
                  <c:v>8.6264931835339041E-3</c:v>
                </c:pt>
                <c:pt idx="123">
                  <c:v>7.6411030685199161E-3</c:v>
                </c:pt>
                <c:pt idx="124">
                  <c:v>6.7538523025001103E-3</c:v>
                </c:pt>
                <c:pt idx="125">
                  <c:v>5.9398729961365956E-3</c:v>
                </c:pt>
                <c:pt idx="126">
                  <c:v>5.3092943736400373E-3</c:v>
                </c:pt>
                <c:pt idx="127">
                  <c:v>4.5983391802477906E-3</c:v>
                </c:pt>
                <c:pt idx="128">
                  <c:v>4.2094675607264979E-3</c:v>
                </c:pt>
                <c:pt idx="129">
                  <c:v>3.8482170611483638E-3</c:v>
                </c:pt>
                <c:pt idx="130">
                  <c:v>3.3501043563213284E-3</c:v>
                </c:pt>
                <c:pt idx="131">
                  <c:v>2.970780230027976E-3</c:v>
                </c:pt>
                <c:pt idx="132">
                  <c:v>2.5878591411696789E-3</c:v>
                </c:pt>
                <c:pt idx="133">
                  <c:v>2.4470003108486168E-3</c:v>
                </c:pt>
                <c:pt idx="134">
                  <c:v>2.1664816377281407E-3</c:v>
                </c:pt>
                <c:pt idx="135">
                  <c:v>1.985345708068742E-3</c:v>
                </c:pt>
                <c:pt idx="136">
                  <c:v>1.8275234246636174E-3</c:v>
                </c:pt>
                <c:pt idx="137">
                  <c:v>1.5818197966161907E-3</c:v>
                </c:pt>
                <c:pt idx="138">
                  <c:v>1.5661885518895155E-3</c:v>
                </c:pt>
                <c:pt idx="139">
                  <c:v>1.419645632576935E-3</c:v>
                </c:pt>
                <c:pt idx="140">
                  <c:v>1.295705848394689E-3</c:v>
                </c:pt>
                <c:pt idx="141">
                  <c:v>1.266086415915449E-3</c:v>
                </c:pt>
                <c:pt idx="142">
                  <c:v>1.1519605666326213E-3</c:v>
                </c:pt>
                <c:pt idx="143">
                  <c:v>1.091833562769217E-3</c:v>
                </c:pt>
                <c:pt idx="144">
                  <c:v>9.9018606510058171E-4</c:v>
                </c:pt>
                <c:pt idx="145">
                  <c:v>9.1966783604955813E-4</c:v>
                </c:pt>
                <c:pt idx="146">
                  <c:v>7.3879834806163684E-4</c:v>
                </c:pt>
                <c:pt idx="147">
                  <c:v>6.8950663883831427E-4</c:v>
                </c:pt>
                <c:pt idx="148">
                  <c:v>6.8195745814645411E-4</c:v>
                </c:pt>
                <c:pt idx="149">
                  <c:v>6.4803055197832943E-4</c:v>
                </c:pt>
                <c:pt idx="150">
                  <c:v>6.2511656823127139E-4</c:v>
                </c:pt>
                <c:pt idx="151">
                  <c:v>6.3253252808739282E-4</c:v>
                </c:pt>
                <c:pt idx="152">
                  <c:v>5.6299125183178653E-4</c:v>
                </c:pt>
                <c:pt idx="153">
                  <c:v>5.6174785736489189E-4</c:v>
                </c:pt>
                <c:pt idx="154">
                  <c:v>4.9154047693059197E-4</c:v>
                </c:pt>
                <c:pt idx="155">
                  <c:v>4.4739997335583285E-4</c:v>
                </c:pt>
                <c:pt idx="156">
                  <c:v>4.684932723477952E-4</c:v>
                </c:pt>
                <c:pt idx="157">
                  <c:v>4.6529597229006612E-4</c:v>
                </c:pt>
                <c:pt idx="158">
                  <c:v>2.9857453705759584E-4</c:v>
                </c:pt>
                <c:pt idx="159">
                  <c:v>2.9790843287890226E-4</c:v>
                </c:pt>
                <c:pt idx="160">
                  <c:v>3.0946756072649763E-4</c:v>
                </c:pt>
                <c:pt idx="161">
                  <c:v>4.2577823171544027E-4</c:v>
                </c:pt>
                <c:pt idx="162">
                  <c:v>3.3861627958612728E-4</c:v>
                </c:pt>
                <c:pt idx="163">
                  <c:v>3.0814867445268441E-4</c:v>
                </c:pt>
                <c:pt idx="164">
                  <c:v>2.7034504196456324E-4</c:v>
                </c:pt>
                <c:pt idx="165">
                  <c:v>2.8068297881788713E-4</c:v>
                </c:pt>
                <c:pt idx="166">
                  <c:v>1.8671344198232601E-4</c:v>
                </c:pt>
                <c:pt idx="167">
                  <c:v>1.3362049824592568E-4</c:v>
                </c:pt>
                <c:pt idx="168">
                  <c:v>2.3292774990008437E-4</c:v>
                </c:pt>
                <c:pt idx="169">
                  <c:v>3.0788667347573156E-4</c:v>
                </c:pt>
                <c:pt idx="170">
                  <c:v>2.7089124739109198E-4</c:v>
                </c:pt>
                <c:pt idx="171">
                  <c:v>2.3568542119987567E-4</c:v>
                </c:pt>
                <c:pt idx="172">
                  <c:v>1.5609929392957058E-4</c:v>
                </c:pt>
                <c:pt idx="173">
                  <c:v>1.6933700430747371E-4</c:v>
                </c:pt>
                <c:pt idx="174">
                  <c:v>1.7195257338247701E-4</c:v>
                </c:pt>
                <c:pt idx="175">
                  <c:v>9.9809050135441174E-5</c:v>
                </c:pt>
                <c:pt idx="176">
                  <c:v>7.8205071273147121E-5</c:v>
                </c:pt>
                <c:pt idx="177">
                  <c:v>8.8853856743194642E-5</c:v>
                </c:pt>
                <c:pt idx="178">
                  <c:v>1.3648474621430793E-4</c:v>
                </c:pt>
                <c:pt idx="179">
                  <c:v>1.3416670367245436E-4</c:v>
                </c:pt>
                <c:pt idx="180">
                  <c:v>9.747324481548915E-5</c:v>
                </c:pt>
                <c:pt idx="181">
                  <c:v>9.9045250677205906E-5</c:v>
                </c:pt>
                <c:pt idx="182">
                  <c:v>6.0606598872063595E-5</c:v>
                </c:pt>
                <c:pt idx="183">
                  <c:v>7.9697144633420671E-5</c:v>
                </c:pt>
                <c:pt idx="184">
                  <c:v>9.3703095164083665E-5</c:v>
                </c:pt>
                <c:pt idx="185">
                  <c:v>1.317509658510591E-4</c:v>
                </c:pt>
                <c:pt idx="186">
                  <c:v>8.3289666503841208E-5</c:v>
                </c:pt>
                <c:pt idx="187">
                  <c:v>1.4431813135574404E-4</c:v>
                </c:pt>
                <c:pt idx="188">
                  <c:v>1.1203872285625473E-4</c:v>
                </c:pt>
                <c:pt idx="189">
                  <c:v>9.1873529019938729E-5</c:v>
                </c:pt>
                <c:pt idx="190">
                  <c:v>9.4591234069008401E-5</c:v>
                </c:pt>
                <c:pt idx="191">
                  <c:v>8.127359118966205E-5</c:v>
                </c:pt>
                <c:pt idx="192">
                  <c:v>1.7784093432212797E-5</c:v>
                </c:pt>
                <c:pt idx="193">
                  <c:v>4.5637017629557262E-5</c:v>
                </c:pt>
                <c:pt idx="194">
                  <c:v>5.0157644655624138E-5</c:v>
                </c:pt>
                <c:pt idx="195">
                  <c:v>1.3275456281362406E-4</c:v>
                </c:pt>
                <c:pt idx="196">
                  <c:v>6.2786979883653796E-5</c:v>
                </c:pt>
                <c:pt idx="197">
                  <c:v>3.0874816821350863E-5</c:v>
                </c:pt>
                <c:pt idx="198">
                  <c:v>1.057062924641414E-4</c:v>
                </c:pt>
                <c:pt idx="199">
                  <c:v>1.2747013632932191E-4</c:v>
                </c:pt>
                <c:pt idx="200">
                  <c:v>5.8541675918113595E-5</c:v>
                </c:pt>
                <c:pt idx="201">
                  <c:v>8.6393711976553124E-5</c:v>
                </c:pt>
                <c:pt idx="202">
                  <c:v>1.0119454682712376E-4</c:v>
                </c:pt>
                <c:pt idx="203">
                  <c:v>8.5696522936187219E-5</c:v>
                </c:pt>
                <c:pt idx="204">
                  <c:v>7.9950264221324214E-5</c:v>
                </c:pt>
                <c:pt idx="205">
                  <c:v>7.763222167947067E-5</c:v>
                </c:pt>
                <c:pt idx="206">
                  <c:v>3.8802344686708997E-5</c:v>
                </c:pt>
                <c:pt idx="207">
                  <c:v>1.6756960788667346E-4</c:v>
                </c:pt>
                <c:pt idx="208">
                  <c:v>9.2322039166925699E-5</c:v>
                </c:pt>
                <c:pt idx="209">
                  <c:v>7.9150939206891959E-5</c:v>
                </c:pt>
                <c:pt idx="210">
                  <c:v>8.8480838403126241E-5</c:v>
                </c:pt>
                <c:pt idx="211">
                  <c:v>1.8663795017540743E-5</c:v>
                </c:pt>
                <c:pt idx="212">
                  <c:v>3.6463430880589725E-5</c:v>
                </c:pt>
                <c:pt idx="213">
                  <c:v>3.6463430880589725E-5</c:v>
                </c:pt>
                <c:pt idx="214">
                  <c:v>3.6463430880589725E-5</c:v>
                </c:pt>
                <c:pt idx="215">
                  <c:v>1.4650739375638349E-4</c:v>
                </c:pt>
                <c:pt idx="216">
                  <c:v>1.0191838003463742E-4</c:v>
                </c:pt>
                <c:pt idx="217">
                  <c:v>7.2458812558284116E-5</c:v>
                </c:pt>
                <c:pt idx="218">
                  <c:v>7.109996003374928E-5</c:v>
                </c:pt>
                <c:pt idx="219">
                  <c:v>9.4626759625205374E-5</c:v>
                </c:pt>
                <c:pt idx="220">
                  <c:v>1.0247790754473999E-4</c:v>
                </c:pt>
                <c:pt idx="221">
                  <c:v>4.8723300324170698E-5</c:v>
                </c:pt>
                <c:pt idx="222">
                  <c:v>4.8723300324170698E-5</c:v>
                </c:pt>
                <c:pt idx="223">
                  <c:v>4.8723300324170698E-5</c:v>
                </c:pt>
                <c:pt idx="224">
                  <c:v>4.8723300324170698E-5</c:v>
                </c:pt>
                <c:pt idx="225">
                  <c:v>6.9940938762822508E-5</c:v>
                </c:pt>
                <c:pt idx="226">
                  <c:v>6.452773213730628E-5</c:v>
                </c:pt>
                <c:pt idx="227">
                  <c:v>1.7901327767662861E-5</c:v>
                </c:pt>
                <c:pt idx="228">
                  <c:v>6.2729250854833693E-5</c:v>
                </c:pt>
                <c:pt idx="229">
                  <c:v>8.585194724454905E-5</c:v>
                </c:pt>
                <c:pt idx="230">
                  <c:v>8.5301301123495702E-5</c:v>
                </c:pt>
                <c:pt idx="231">
                  <c:v>8.5301301123495702E-5</c:v>
                </c:pt>
                <c:pt idx="232">
                  <c:v>1.9599449353878949E-5</c:v>
                </c:pt>
                <c:pt idx="233">
                  <c:v>6.8475509569696711E-5</c:v>
                </c:pt>
                <c:pt idx="234">
                  <c:v>1.1544473555664106E-4</c:v>
                </c:pt>
                <c:pt idx="235">
                  <c:v>1.1544473555664106E-4</c:v>
                </c:pt>
                <c:pt idx="236">
                  <c:v>1.1985878591411696E-4</c:v>
                </c:pt>
                <c:pt idx="237">
                  <c:v>7.5496247613126682E-5</c:v>
                </c:pt>
                <c:pt idx="238">
                  <c:v>4.4620098583418443E-5</c:v>
                </c:pt>
                <c:pt idx="239">
                  <c:v>4.637417292064479E-5</c:v>
                </c:pt>
                <c:pt idx="240">
                  <c:v>3.2528975531773171E-5</c:v>
                </c:pt>
                <c:pt idx="241">
                  <c:v>1.1050668324525955E-4</c:v>
                </c:pt>
                <c:pt idx="242">
                  <c:v>1.0592388649584796E-4</c:v>
                </c:pt>
                <c:pt idx="243">
                  <c:v>5.9429814823038323E-5</c:v>
                </c:pt>
                <c:pt idx="244">
                  <c:v>3.2699054132066254E-5</c:v>
                </c:pt>
                <c:pt idx="245">
                  <c:v>4.5206270260668771E-5</c:v>
                </c:pt>
                <c:pt idx="246">
                  <c:v>8.8738398685554422E-5</c:v>
                </c:pt>
                <c:pt idx="247">
                  <c:v>8.8738398685554422E-5</c:v>
                </c:pt>
                <c:pt idx="248">
                  <c:v>8.8738398685554422E-5</c:v>
                </c:pt>
                <c:pt idx="249">
                  <c:v>5.815977618899596E-5</c:v>
                </c:pt>
                <c:pt idx="250">
                  <c:v>4.6933700430747371E-5</c:v>
                </c:pt>
                <c:pt idx="251">
                  <c:v>3.6625516230738491E-5</c:v>
                </c:pt>
                <c:pt idx="252">
                  <c:v>3.6625516230738491E-5</c:v>
                </c:pt>
                <c:pt idx="253">
                  <c:v>3.6625516230738491E-5</c:v>
                </c:pt>
                <c:pt idx="254">
                  <c:v>3.8421777165948753E-5</c:v>
                </c:pt>
                <c:pt idx="255">
                  <c:v>1.0786002930858387E-4</c:v>
                </c:pt>
                <c:pt idx="256">
                  <c:v>6.3639593232381545E-5</c:v>
                </c:pt>
                <c:pt idx="257">
                  <c:v>6.3639593232381545E-5</c:v>
                </c:pt>
                <c:pt idx="258">
                  <c:v>2.5928771259825038E-5</c:v>
                </c:pt>
                <c:pt idx="259">
                  <c:v>1.3383809227763223E-4</c:v>
                </c:pt>
                <c:pt idx="260">
                  <c:v>4.8221501842888227E-5</c:v>
                </c:pt>
                <c:pt idx="261">
                  <c:v>1.3183977974155157E-4</c:v>
                </c:pt>
                <c:pt idx="262">
                  <c:v>1.2751898396909278E-4</c:v>
                </c:pt>
                <c:pt idx="263">
                  <c:v>1.8682445934544161E-4</c:v>
                </c:pt>
                <c:pt idx="264">
                  <c:v>9.2384208890270439E-5</c:v>
                </c:pt>
                <c:pt idx="265">
                  <c:v>9.2384208890270439E-5</c:v>
                </c:pt>
                <c:pt idx="266">
                  <c:v>9.2384208890270439E-5</c:v>
                </c:pt>
                <c:pt idx="267">
                  <c:v>9.2384208890270439E-5</c:v>
                </c:pt>
                <c:pt idx="268">
                  <c:v>9.2384208890270439E-5</c:v>
                </c:pt>
                <c:pt idx="269">
                  <c:v>9.2384208890270439E-5</c:v>
                </c:pt>
                <c:pt idx="270">
                  <c:v>9.2384208890270439E-5</c:v>
                </c:pt>
                <c:pt idx="271">
                  <c:v>1.3631155912784758E-4</c:v>
                </c:pt>
                <c:pt idx="272">
                  <c:v>1.3631155912784758E-4</c:v>
                </c:pt>
                <c:pt idx="273">
                  <c:v>4.9704693814112523E-5</c:v>
                </c:pt>
                <c:pt idx="274">
                  <c:v>9.4728895599271724E-5</c:v>
                </c:pt>
                <c:pt idx="275">
                  <c:v>7.7028287224121855E-5</c:v>
                </c:pt>
                <c:pt idx="276">
                  <c:v>7.7028287224121855E-5</c:v>
                </c:pt>
                <c:pt idx="277">
                  <c:v>5.1805142324259514E-6</c:v>
                </c:pt>
                <c:pt idx="278">
                  <c:v>2.5875482925529554E-5</c:v>
                </c:pt>
                <c:pt idx="279">
                  <c:v>2.5875482925529554E-5</c:v>
                </c:pt>
                <c:pt idx="280">
                  <c:v>2.5875482925529554E-5</c:v>
                </c:pt>
                <c:pt idx="281">
                  <c:v>2.5875482925529554E-5</c:v>
                </c:pt>
                <c:pt idx="282">
                  <c:v>2.5875482925529554E-5</c:v>
                </c:pt>
                <c:pt idx="283">
                  <c:v>2.5875482925529554E-5</c:v>
                </c:pt>
                <c:pt idx="284">
                  <c:v>6.435898574537058E-5</c:v>
                </c:pt>
                <c:pt idx="285">
                  <c:v>6.9861006261379287E-5</c:v>
                </c:pt>
                <c:pt idx="286">
                  <c:v>6.9861006261379287E-5</c:v>
                </c:pt>
                <c:pt idx="287">
                  <c:v>6.2391758070962292E-5</c:v>
                </c:pt>
                <c:pt idx="288">
                  <c:v>1.6394600115458059E-5</c:v>
                </c:pt>
                <c:pt idx="289">
                  <c:v>1.6394600115458059E-5</c:v>
                </c:pt>
                <c:pt idx="290">
                  <c:v>1.6394600115458059E-5</c:v>
                </c:pt>
                <c:pt idx="291">
                  <c:v>4.6578444868777477E-5</c:v>
                </c:pt>
                <c:pt idx="292">
                  <c:v>9.1171899285048187E-5</c:v>
                </c:pt>
                <c:pt idx="293">
                  <c:v>4.1033793685332387E-5</c:v>
                </c:pt>
                <c:pt idx="294">
                  <c:v>2.2556063768373373E-5</c:v>
                </c:pt>
                <c:pt idx="295">
                  <c:v>4.452240330387673E-5</c:v>
                </c:pt>
                <c:pt idx="296">
                  <c:v>1.7491451663040098E-4</c:v>
                </c:pt>
                <c:pt idx="297">
                  <c:v>1.0546649495981173E-4</c:v>
                </c:pt>
                <c:pt idx="298">
                  <c:v>1.0546649495981173E-4</c:v>
                </c:pt>
                <c:pt idx="299">
                  <c:v>1.0546649495981173E-4</c:v>
                </c:pt>
                <c:pt idx="300">
                  <c:v>1.0546649495981173E-4</c:v>
                </c:pt>
                <c:pt idx="301">
                  <c:v>1.0524890092810516E-4</c:v>
                </c:pt>
                <c:pt idx="302">
                  <c:v>1.0524890092810516E-4</c:v>
                </c:pt>
                <c:pt idx="303">
                  <c:v>2.9015942093343399E-5</c:v>
                </c:pt>
                <c:pt idx="304">
                  <c:v>8.7992362005417647E-5</c:v>
                </c:pt>
                <c:pt idx="305">
                  <c:v>6.0890803321639503E-5</c:v>
                </c:pt>
                <c:pt idx="306">
                  <c:v>6.8031440117234337E-5</c:v>
                </c:pt>
                <c:pt idx="307">
                  <c:v>8.8765042852702162E-5</c:v>
                </c:pt>
                <c:pt idx="308">
                  <c:v>8.8765042852702162E-5</c:v>
                </c:pt>
                <c:pt idx="309">
                  <c:v>5.145876815133887E-5</c:v>
                </c:pt>
                <c:pt idx="310">
                  <c:v>3.6116612638216616E-6</c:v>
                </c:pt>
                <c:pt idx="311">
                  <c:v>3.6116612638216616E-6</c:v>
                </c:pt>
                <c:pt idx="312">
                  <c:v>3.6116612638216616E-6</c:v>
                </c:pt>
                <c:pt idx="313">
                  <c:v>1.8960877481238064E-4</c:v>
                </c:pt>
                <c:pt idx="314">
                  <c:v>4.8345841289577687E-5</c:v>
                </c:pt>
                <c:pt idx="315">
                  <c:v>4.8345841289577687E-5</c:v>
                </c:pt>
                <c:pt idx="316">
                  <c:v>1.0170522669745548E-5</c:v>
                </c:pt>
                <c:pt idx="317">
                  <c:v>7.2756339091433907E-5</c:v>
                </c:pt>
                <c:pt idx="318">
                  <c:v>7.2756339091433907E-5</c:v>
                </c:pt>
                <c:pt idx="319">
                  <c:v>7.2756339091433907E-5</c:v>
                </c:pt>
                <c:pt idx="320">
                  <c:v>7.2756339091433907E-5</c:v>
                </c:pt>
                <c:pt idx="321">
                  <c:v>5.4878102935299082E-6</c:v>
                </c:pt>
                <c:pt idx="322">
                  <c:v>2.056707669079444E-4</c:v>
                </c:pt>
                <c:pt idx="323">
                  <c:v>2.056707669079444E-4</c:v>
                </c:pt>
                <c:pt idx="324">
                  <c:v>1.1854878102935299E-4</c:v>
                </c:pt>
                <c:pt idx="325">
                  <c:v>4.7528753497046939E-5</c:v>
                </c:pt>
                <c:pt idx="326">
                  <c:v>3.156712109773969E-5</c:v>
                </c:pt>
                <c:pt idx="327">
                  <c:v>2.0033305208934677E-4</c:v>
                </c:pt>
                <c:pt idx="328">
                  <c:v>1.6063768373373596E-4</c:v>
                </c:pt>
                <c:pt idx="329">
                  <c:v>9.7397753008570553E-5</c:v>
                </c:pt>
                <c:pt idx="330">
                  <c:v>2.4852790976508726E-5</c:v>
                </c:pt>
                <c:pt idx="331">
                  <c:v>2.0634131178116257E-4</c:v>
                </c:pt>
                <c:pt idx="332">
                  <c:v>2.327634442026733E-4</c:v>
                </c:pt>
                <c:pt idx="333">
                  <c:v>2.327634442026733E-4</c:v>
                </c:pt>
                <c:pt idx="334">
                  <c:v>2.327634442026733E-4</c:v>
                </c:pt>
                <c:pt idx="335">
                  <c:v>2.327634442026733E-4</c:v>
                </c:pt>
                <c:pt idx="336">
                  <c:v>2.327634442026733E-4</c:v>
                </c:pt>
                <c:pt idx="337">
                  <c:v>2.327634442026733E-4</c:v>
                </c:pt>
                <c:pt idx="338">
                  <c:v>9.1855766241840222E-5</c:v>
                </c:pt>
                <c:pt idx="339">
                  <c:v>9.1855766241840222E-5</c:v>
                </c:pt>
                <c:pt idx="340">
                  <c:v>8.7992362005417647E-5</c:v>
                </c:pt>
                <c:pt idx="341">
                  <c:v>1.1763399795728051E-4</c:v>
                </c:pt>
                <c:pt idx="342">
                  <c:v>4.454904747102447E-5</c:v>
                </c:pt>
                <c:pt idx="343">
                  <c:v>1.8319641191882411E-5</c:v>
                </c:pt>
                <c:pt idx="344">
                  <c:v>9.1504951374394951E-5</c:v>
                </c:pt>
                <c:pt idx="345">
                  <c:v>6.8257915537990141E-5</c:v>
                </c:pt>
                <c:pt idx="346">
                  <c:v>6.8257915537990141E-5</c:v>
                </c:pt>
                <c:pt idx="347">
                  <c:v>4.4336338203294993E-4</c:v>
                </c:pt>
                <c:pt idx="348">
                  <c:v>1.4993560992939296E-4</c:v>
                </c:pt>
                <c:pt idx="349">
                  <c:v>1.4993560992939296E-4</c:v>
                </c:pt>
                <c:pt idx="350">
                  <c:v>1.0973400239797505E-4</c:v>
                </c:pt>
                <c:pt idx="351">
                  <c:v>2.9014609884986012E-4</c:v>
                </c:pt>
                <c:pt idx="352">
                  <c:v>2.9014609884986012E-4</c:v>
                </c:pt>
                <c:pt idx="353">
                  <c:v>2.9014609884986012E-4</c:v>
                </c:pt>
                <c:pt idx="354">
                  <c:v>2.9014609884986012E-4</c:v>
                </c:pt>
                <c:pt idx="355">
                  <c:v>2.9014609884986012E-4</c:v>
                </c:pt>
                <c:pt idx="356">
                  <c:v>2.7301389937386207E-4</c:v>
                </c:pt>
                <c:pt idx="357">
                  <c:v>3.3961099515964292E-5</c:v>
                </c:pt>
                <c:pt idx="358">
                  <c:v>3.3961099515964292E-5</c:v>
                </c:pt>
                <c:pt idx="359">
                  <c:v>2.7563834983791464E-6</c:v>
                </c:pt>
                <c:pt idx="360">
                  <c:v>1.4541942359785068E-4</c:v>
                </c:pt>
                <c:pt idx="361">
                  <c:v>3.0913450863715087E-4</c:v>
                </c:pt>
                <c:pt idx="362">
                  <c:v>2.8087392868244595E-4</c:v>
                </c:pt>
                <c:pt idx="363">
                  <c:v>9.7189040365913229E-5</c:v>
                </c:pt>
                <c:pt idx="364">
                  <c:v>1.4544606776499844E-5</c:v>
                </c:pt>
                <c:pt idx="365">
                  <c:v>1.4496203206181447E-5</c:v>
                </c:pt>
                <c:pt idx="366">
                  <c:v>1.5838625160975178E-4</c:v>
                </c:pt>
                <c:pt idx="367">
                  <c:v>3.2464585461166126E-4</c:v>
                </c:pt>
                <c:pt idx="368">
                  <c:v>3.2464585461166126E-4</c:v>
                </c:pt>
                <c:pt idx="369">
                  <c:v>1.7111772281184776E-4</c:v>
                </c:pt>
                <c:pt idx="370">
                  <c:v>3.4344775522891779E-4</c:v>
                </c:pt>
                <c:pt idx="371">
                  <c:v>2.3831875305297748E-4</c:v>
                </c:pt>
                <c:pt idx="372">
                  <c:v>1.6550024423819885E-4</c:v>
                </c:pt>
                <c:pt idx="373">
                  <c:v>1.6927927527865359E-4</c:v>
                </c:pt>
                <c:pt idx="374">
                  <c:v>2.8547004751543138E-4</c:v>
                </c:pt>
                <c:pt idx="375">
                  <c:v>3.9615435854167591E-4</c:v>
                </c:pt>
                <c:pt idx="376">
                  <c:v>2.7645099693592078E-4</c:v>
                </c:pt>
                <c:pt idx="377">
                  <c:v>4.3922909543052532E-4</c:v>
                </c:pt>
                <c:pt idx="378">
                  <c:v>3.4144944269283721E-4</c:v>
                </c:pt>
                <c:pt idx="379">
                  <c:v>2.5456281362405079E-4</c:v>
                </c:pt>
                <c:pt idx="380">
                  <c:v>2.5456281362405079E-4</c:v>
                </c:pt>
                <c:pt idx="381">
                  <c:v>2.5456281362405079E-4</c:v>
                </c:pt>
                <c:pt idx="382">
                  <c:v>2.0053288334295481E-4</c:v>
                </c:pt>
                <c:pt idx="383">
                  <c:v>7.0282872241218515E-4</c:v>
                </c:pt>
                <c:pt idx="384">
                  <c:v>4.6844886540254894E-4</c:v>
                </c:pt>
                <c:pt idx="385">
                  <c:v>3.0661663484168926E-4</c:v>
                </c:pt>
                <c:pt idx="386">
                  <c:v>3.0661663484168926E-4</c:v>
                </c:pt>
                <c:pt idx="387">
                  <c:v>3.0661663484168926E-4</c:v>
                </c:pt>
                <c:pt idx="388">
                  <c:v>3.0661663484168926E-4</c:v>
                </c:pt>
                <c:pt idx="389">
                  <c:v>2.7471468537679293E-4</c:v>
                </c:pt>
                <c:pt idx="390">
                  <c:v>2.6963009014609884E-4</c:v>
                </c:pt>
                <c:pt idx="391">
                  <c:v>2.6963009014609884E-4</c:v>
                </c:pt>
                <c:pt idx="392">
                  <c:v>2.6963009014609884E-4</c:v>
                </c:pt>
                <c:pt idx="393">
                  <c:v>2.6963009014609884E-4</c:v>
                </c:pt>
                <c:pt idx="394">
                  <c:v>1.6598427994138283E-4</c:v>
                </c:pt>
                <c:pt idx="395">
                  <c:v>6.8524357209467565E-4</c:v>
                </c:pt>
                <c:pt idx="396">
                  <c:v>6.8524357209467565E-4</c:v>
                </c:pt>
                <c:pt idx="397">
                  <c:v>6.8524357209467565E-4</c:v>
                </c:pt>
                <c:pt idx="398">
                  <c:v>6.8524357209467565E-4</c:v>
                </c:pt>
                <c:pt idx="399">
                  <c:v>6.8524357209467565E-4</c:v>
                </c:pt>
                <c:pt idx="400">
                  <c:v>6.8524357209467565E-4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23DE-4FEA-85D8-262164D9ECD5}"/>
            </c:ext>
          </c:extLst>
        </c:ser>
        <c:ser>
          <c:idx val="5"/>
          <c:order val="5"/>
          <c:tx>
            <c:v>IVL-2-2-P4</c:v>
          </c:tx>
          <c:spPr>
            <a:ln w="38100" cap="rnd" cmpd="sng" algn="ctr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汇总!$JR$2:$JR$1000</c:f>
              <c:numCache>
                <c:formatCode>General</c:formatCode>
                <c:ptCount val="999"/>
                <c:pt idx="0">
                  <c:v>380</c:v>
                </c:pt>
                <c:pt idx="1">
                  <c:v>381</c:v>
                </c:pt>
                <c:pt idx="2">
                  <c:v>382</c:v>
                </c:pt>
                <c:pt idx="3">
                  <c:v>383</c:v>
                </c:pt>
                <c:pt idx="4">
                  <c:v>384</c:v>
                </c:pt>
                <c:pt idx="5">
                  <c:v>385</c:v>
                </c:pt>
                <c:pt idx="6">
                  <c:v>386</c:v>
                </c:pt>
                <c:pt idx="7">
                  <c:v>387</c:v>
                </c:pt>
                <c:pt idx="8">
                  <c:v>388</c:v>
                </c:pt>
                <c:pt idx="9">
                  <c:v>389</c:v>
                </c:pt>
                <c:pt idx="10">
                  <c:v>390</c:v>
                </c:pt>
                <c:pt idx="11">
                  <c:v>391</c:v>
                </c:pt>
                <c:pt idx="12">
                  <c:v>392</c:v>
                </c:pt>
                <c:pt idx="13">
                  <c:v>393</c:v>
                </c:pt>
                <c:pt idx="14">
                  <c:v>394</c:v>
                </c:pt>
                <c:pt idx="15">
                  <c:v>395</c:v>
                </c:pt>
                <c:pt idx="16">
                  <c:v>396</c:v>
                </c:pt>
                <c:pt idx="17">
                  <c:v>397</c:v>
                </c:pt>
                <c:pt idx="18">
                  <c:v>398</c:v>
                </c:pt>
                <c:pt idx="19">
                  <c:v>399</c:v>
                </c:pt>
                <c:pt idx="20">
                  <c:v>400</c:v>
                </c:pt>
                <c:pt idx="21">
                  <c:v>401</c:v>
                </c:pt>
                <c:pt idx="22">
                  <c:v>402</c:v>
                </c:pt>
                <c:pt idx="23">
                  <c:v>403</c:v>
                </c:pt>
                <c:pt idx="24">
                  <c:v>404</c:v>
                </c:pt>
                <c:pt idx="25">
                  <c:v>405</c:v>
                </c:pt>
                <c:pt idx="26">
                  <c:v>406</c:v>
                </c:pt>
                <c:pt idx="27">
                  <c:v>407</c:v>
                </c:pt>
                <c:pt idx="28">
                  <c:v>408</c:v>
                </c:pt>
                <c:pt idx="29">
                  <c:v>409</c:v>
                </c:pt>
                <c:pt idx="30">
                  <c:v>410</c:v>
                </c:pt>
                <c:pt idx="31">
                  <c:v>411</c:v>
                </c:pt>
                <c:pt idx="32">
                  <c:v>412</c:v>
                </c:pt>
                <c:pt idx="33">
                  <c:v>413</c:v>
                </c:pt>
                <c:pt idx="34">
                  <c:v>414</c:v>
                </c:pt>
                <c:pt idx="35">
                  <c:v>415</c:v>
                </c:pt>
                <c:pt idx="36">
                  <c:v>416</c:v>
                </c:pt>
                <c:pt idx="37">
                  <c:v>417</c:v>
                </c:pt>
                <c:pt idx="38">
                  <c:v>418</c:v>
                </c:pt>
                <c:pt idx="39">
                  <c:v>419</c:v>
                </c:pt>
                <c:pt idx="40">
                  <c:v>420</c:v>
                </c:pt>
                <c:pt idx="41">
                  <c:v>421</c:v>
                </c:pt>
                <c:pt idx="42">
                  <c:v>422</c:v>
                </c:pt>
                <c:pt idx="43">
                  <c:v>423</c:v>
                </c:pt>
                <c:pt idx="44">
                  <c:v>424</c:v>
                </c:pt>
                <c:pt idx="45">
                  <c:v>425</c:v>
                </c:pt>
                <c:pt idx="46">
                  <c:v>426</c:v>
                </c:pt>
                <c:pt idx="47">
                  <c:v>427</c:v>
                </c:pt>
                <c:pt idx="48">
                  <c:v>428</c:v>
                </c:pt>
                <c:pt idx="49">
                  <c:v>429</c:v>
                </c:pt>
                <c:pt idx="50">
                  <c:v>430</c:v>
                </c:pt>
                <c:pt idx="51">
                  <c:v>431</c:v>
                </c:pt>
                <c:pt idx="52">
                  <c:v>432</c:v>
                </c:pt>
                <c:pt idx="53">
                  <c:v>433</c:v>
                </c:pt>
                <c:pt idx="54">
                  <c:v>434</c:v>
                </c:pt>
                <c:pt idx="55">
                  <c:v>435</c:v>
                </c:pt>
                <c:pt idx="56">
                  <c:v>436</c:v>
                </c:pt>
                <c:pt idx="57">
                  <c:v>437</c:v>
                </c:pt>
                <c:pt idx="58">
                  <c:v>438</c:v>
                </c:pt>
                <c:pt idx="59">
                  <c:v>439</c:v>
                </c:pt>
                <c:pt idx="60">
                  <c:v>440</c:v>
                </c:pt>
                <c:pt idx="61">
                  <c:v>441</c:v>
                </c:pt>
                <c:pt idx="62">
                  <c:v>442</c:v>
                </c:pt>
                <c:pt idx="63">
                  <c:v>443</c:v>
                </c:pt>
                <c:pt idx="64">
                  <c:v>444</c:v>
                </c:pt>
                <c:pt idx="65">
                  <c:v>445</c:v>
                </c:pt>
                <c:pt idx="66">
                  <c:v>446</c:v>
                </c:pt>
                <c:pt idx="67">
                  <c:v>447</c:v>
                </c:pt>
                <c:pt idx="68">
                  <c:v>448</c:v>
                </c:pt>
                <c:pt idx="69">
                  <c:v>449</c:v>
                </c:pt>
                <c:pt idx="70">
                  <c:v>450</c:v>
                </c:pt>
                <c:pt idx="71">
                  <c:v>451</c:v>
                </c:pt>
                <c:pt idx="72">
                  <c:v>452</c:v>
                </c:pt>
                <c:pt idx="73">
                  <c:v>453</c:v>
                </c:pt>
                <c:pt idx="74">
                  <c:v>454</c:v>
                </c:pt>
                <c:pt idx="75">
                  <c:v>455</c:v>
                </c:pt>
                <c:pt idx="76">
                  <c:v>456</c:v>
                </c:pt>
                <c:pt idx="77">
                  <c:v>457</c:v>
                </c:pt>
                <c:pt idx="78">
                  <c:v>458</c:v>
                </c:pt>
                <c:pt idx="79">
                  <c:v>459</c:v>
                </c:pt>
                <c:pt idx="80">
                  <c:v>460</c:v>
                </c:pt>
                <c:pt idx="81">
                  <c:v>461</c:v>
                </c:pt>
                <c:pt idx="82">
                  <c:v>462</c:v>
                </c:pt>
                <c:pt idx="83">
                  <c:v>463</c:v>
                </c:pt>
                <c:pt idx="84">
                  <c:v>464</c:v>
                </c:pt>
                <c:pt idx="85">
                  <c:v>465</c:v>
                </c:pt>
                <c:pt idx="86">
                  <c:v>466</c:v>
                </c:pt>
                <c:pt idx="87">
                  <c:v>467</c:v>
                </c:pt>
                <c:pt idx="88">
                  <c:v>468</c:v>
                </c:pt>
                <c:pt idx="89">
                  <c:v>469</c:v>
                </c:pt>
                <c:pt idx="90">
                  <c:v>470</c:v>
                </c:pt>
                <c:pt idx="91">
                  <c:v>471</c:v>
                </c:pt>
                <c:pt idx="92">
                  <c:v>472</c:v>
                </c:pt>
                <c:pt idx="93">
                  <c:v>473</c:v>
                </c:pt>
                <c:pt idx="94">
                  <c:v>474</c:v>
                </c:pt>
                <c:pt idx="95">
                  <c:v>475</c:v>
                </c:pt>
                <c:pt idx="96">
                  <c:v>476</c:v>
                </c:pt>
                <c:pt idx="97">
                  <c:v>477</c:v>
                </c:pt>
                <c:pt idx="98">
                  <c:v>478</c:v>
                </c:pt>
                <c:pt idx="99">
                  <c:v>479</c:v>
                </c:pt>
                <c:pt idx="100">
                  <c:v>480</c:v>
                </c:pt>
                <c:pt idx="101">
                  <c:v>481</c:v>
                </c:pt>
                <c:pt idx="102">
                  <c:v>482</c:v>
                </c:pt>
                <c:pt idx="103">
                  <c:v>483</c:v>
                </c:pt>
                <c:pt idx="104">
                  <c:v>484</c:v>
                </c:pt>
                <c:pt idx="105">
                  <c:v>485</c:v>
                </c:pt>
                <c:pt idx="106">
                  <c:v>486</c:v>
                </c:pt>
                <c:pt idx="107">
                  <c:v>487</c:v>
                </c:pt>
                <c:pt idx="108">
                  <c:v>488</c:v>
                </c:pt>
                <c:pt idx="109">
                  <c:v>489</c:v>
                </c:pt>
                <c:pt idx="110">
                  <c:v>490</c:v>
                </c:pt>
                <c:pt idx="111">
                  <c:v>491</c:v>
                </c:pt>
                <c:pt idx="112">
                  <c:v>492</c:v>
                </c:pt>
                <c:pt idx="113">
                  <c:v>493</c:v>
                </c:pt>
                <c:pt idx="114">
                  <c:v>494</c:v>
                </c:pt>
                <c:pt idx="115">
                  <c:v>495</c:v>
                </c:pt>
                <c:pt idx="116">
                  <c:v>496</c:v>
                </c:pt>
                <c:pt idx="117">
                  <c:v>497</c:v>
                </c:pt>
                <c:pt idx="118">
                  <c:v>498</c:v>
                </c:pt>
                <c:pt idx="119">
                  <c:v>499</c:v>
                </c:pt>
                <c:pt idx="120">
                  <c:v>500</c:v>
                </c:pt>
                <c:pt idx="121">
                  <c:v>501</c:v>
                </c:pt>
                <c:pt idx="122">
                  <c:v>502</c:v>
                </c:pt>
                <c:pt idx="123">
                  <c:v>503</c:v>
                </c:pt>
                <c:pt idx="124">
                  <c:v>504</c:v>
                </c:pt>
                <c:pt idx="125">
                  <c:v>505</c:v>
                </c:pt>
                <c:pt idx="126">
                  <c:v>506</c:v>
                </c:pt>
                <c:pt idx="127">
                  <c:v>507</c:v>
                </c:pt>
                <c:pt idx="128">
                  <c:v>508</c:v>
                </c:pt>
                <c:pt idx="129">
                  <c:v>509</c:v>
                </c:pt>
                <c:pt idx="130">
                  <c:v>510</c:v>
                </c:pt>
                <c:pt idx="131">
                  <c:v>511</c:v>
                </c:pt>
                <c:pt idx="132">
                  <c:v>512</c:v>
                </c:pt>
                <c:pt idx="133">
                  <c:v>513</c:v>
                </c:pt>
                <c:pt idx="134">
                  <c:v>514</c:v>
                </c:pt>
                <c:pt idx="135">
                  <c:v>515</c:v>
                </c:pt>
                <c:pt idx="136">
                  <c:v>516</c:v>
                </c:pt>
                <c:pt idx="137">
                  <c:v>517</c:v>
                </c:pt>
                <c:pt idx="138">
                  <c:v>518</c:v>
                </c:pt>
                <c:pt idx="139">
                  <c:v>519</c:v>
                </c:pt>
                <c:pt idx="140">
                  <c:v>520</c:v>
                </c:pt>
                <c:pt idx="141">
                  <c:v>521</c:v>
                </c:pt>
                <c:pt idx="142">
                  <c:v>522</c:v>
                </c:pt>
                <c:pt idx="143">
                  <c:v>523</c:v>
                </c:pt>
                <c:pt idx="144">
                  <c:v>524</c:v>
                </c:pt>
                <c:pt idx="145">
                  <c:v>525</c:v>
                </c:pt>
                <c:pt idx="146">
                  <c:v>526</c:v>
                </c:pt>
                <c:pt idx="147">
                  <c:v>527</c:v>
                </c:pt>
                <c:pt idx="148">
                  <c:v>528</c:v>
                </c:pt>
                <c:pt idx="149">
                  <c:v>529</c:v>
                </c:pt>
                <c:pt idx="150">
                  <c:v>530</c:v>
                </c:pt>
                <c:pt idx="151">
                  <c:v>531</c:v>
                </c:pt>
                <c:pt idx="152">
                  <c:v>532</c:v>
                </c:pt>
                <c:pt idx="153">
                  <c:v>533</c:v>
                </c:pt>
                <c:pt idx="154">
                  <c:v>534</c:v>
                </c:pt>
                <c:pt idx="155">
                  <c:v>535</c:v>
                </c:pt>
                <c:pt idx="156">
                  <c:v>536</c:v>
                </c:pt>
                <c:pt idx="157">
                  <c:v>537</c:v>
                </c:pt>
                <c:pt idx="158">
                  <c:v>538</c:v>
                </c:pt>
                <c:pt idx="159">
                  <c:v>539</c:v>
                </c:pt>
                <c:pt idx="160">
                  <c:v>540</c:v>
                </c:pt>
                <c:pt idx="161">
                  <c:v>541</c:v>
                </c:pt>
                <c:pt idx="162">
                  <c:v>542</c:v>
                </c:pt>
                <c:pt idx="163">
                  <c:v>543</c:v>
                </c:pt>
                <c:pt idx="164">
                  <c:v>544</c:v>
                </c:pt>
                <c:pt idx="165">
                  <c:v>545</c:v>
                </c:pt>
                <c:pt idx="166">
                  <c:v>546</c:v>
                </c:pt>
                <c:pt idx="167">
                  <c:v>547</c:v>
                </c:pt>
                <c:pt idx="168">
                  <c:v>548</c:v>
                </c:pt>
                <c:pt idx="169">
                  <c:v>549</c:v>
                </c:pt>
                <c:pt idx="170">
                  <c:v>550</c:v>
                </c:pt>
                <c:pt idx="171">
                  <c:v>551</c:v>
                </c:pt>
                <c:pt idx="172">
                  <c:v>552</c:v>
                </c:pt>
                <c:pt idx="173">
                  <c:v>553</c:v>
                </c:pt>
                <c:pt idx="174">
                  <c:v>554</c:v>
                </c:pt>
                <c:pt idx="175">
                  <c:v>555</c:v>
                </c:pt>
                <c:pt idx="176">
                  <c:v>556</c:v>
                </c:pt>
                <c:pt idx="177">
                  <c:v>557</c:v>
                </c:pt>
                <c:pt idx="178">
                  <c:v>558</c:v>
                </c:pt>
                <c:pt idx="179">
                  <c:v>559</c:v>
                </c:pt>
                <c:pt idx="180">
                  <c:v>560</c:v>
                </c:pt>
                <c:pt idx="181">
                  <c:v>561</c:v>
                </c:pt>
                <c:pt idx="182">
                  <c:v>562</c:v>
                </c:pt>
                <c:pt idx="183">
                  <c:v>563</c:v>
                </c:pt>
                <c:pt idx="184">
                  <c:v>564</c:v>
                </c:pt>
                <c:pt idx="185">
                  <c:v>565</c:v>
                </c:pt>
                <c:pt idx="186">
                  <c:v>566</c:v>
                </c:pt>
                <c:pt idx="187">
                  <c:v>567</c:v>
                </c:pt>
                <c:pt idx="188">
                  <c:v>568</c:v>
                </c:pt>
                <c:pt idx="189">
                  <c:v>569</c:v>
                </c:pt>
                <c:pt idx="190">
                  <c:v>570</c:v>
                </c:pt>
                <c:pt idx="191">
                  <c:v>571</c:v>
                </c:pt>
                <c:pt idx="192">
                  <c:v>572</c:v>
                </c:pt>
                <c:pt idx="193">
                  <c:v>573</c:v>
                </c:pt>
                <c:pt idx="194">
                  <c:v>574</c:v>
                </c:pt>
                <c:pt idx="195">
                  <c:v>575</c:v>
                </c:pt>
                <c:pt idx="196">
                  <c:v>576</c:v>
                </c:pt>
                <c:pt idx="197">
                  <c:v>577</c:v>
                </c:pt>
                <c:pt idx="198">
                  <c:v>578</c:v>
                </c:pt>
                <c:pt idx="199">
                  <c:v>579</c:v>
                </c:pt>
                <c:pt idx="200">
                  <c:v>580</c:v>
                </c:pt>
                <c:pt idx="201">
                  <c:v>581</c:v>
                </c:pt>
                <c:pt idx="202">
                  <c:v>582</c:v>
                </c:pt>
                <c:pt idx="203">
                  <c:v>583</c:v>
                </c:pt>
                <c:pt idx="204">
                  <c:v>584</c:v>
                </c:pt>
                <c:pt idx="205">
                  <c:v>585</c:v>
                </c:pt>
                <c:pt idx="206">
                  <c:v>586</c:v>
                </c:pt>
                <c:pt idx="207">
                  <c:v>587</c:v>
                </c:pt>
                <c:pt idx="208">
                  <c:v>588</c:v>
                </c:pt>
                <c:pt idx="209">
                  <c:v>589</c:v>
                </c:pt>
                <c:pt idx="210">
                  <c:v>590</c:v>
                </c:pt>
                <c:pt idx="211">
                  <c:v>591</c:v>
                </c:pt>
                <c:pt idx="212">
                  <c:v>592</c:v>
                </c:pt>
                <c:pt idx="213">
                  <c:v>593</c:v>
                </c:pt>
                <c:pt idx="214">
                  <c:v>594</c:v>
                </c:pt>
                <c:pt idx="215">
                  <c:v>595</c:v>
                </c:pt>
                <c:pt idx="216">
                  <c:v>596</c:v>
                </c:pt>
                <c:pt idx="217">
                  <c:v>597</c:v>
                </c:pt>
                <c:pt idx="218">
                  <c:v>598</c:v>
                </c:pt>
                <c:pt idx="219">
                  <c:v>599</c:v>
                </c:pt>
                <c:pt idx="220">
                  <c:v>600</c:v>
                </c:pt>
                <c:pt idx="221">
                  <c:v>601</c:v>
                </c:pt>
                <c:pt idx="222">
                  <c:v>602</c:v>
                </c:pt>
                <c:pt idx="223">
                  <c:v>603</c:v>
                </c:pt>
                <c:pt idx="224">
                  <c:v>604</c:v>
                </c:pt>
                <c:pt idx="225">
                  <c:v>605</c:v>
                </c:pt>
                <c:pt idx="226">
                  <c:v>606</c:v>
                </c:pt>
                <c:pt idx="227">
                  <c:v>607</c:v>
                </c:pt>
                <c:pt idx="228">
                  <c:v>608</c:v>
                </c:pt>
                <c:pt idx="229">
                  <c:v>609</c:v>
                </c:pt>
                <c:pt idx="230">
                  <c:v>610</c:v>
                </c:pt>
                <c:pt idx="231">
                  <c:v>611</c:v>
                </c:pt>
                <c:pt idx="232">
                  <c:v>612</c:v>
                </c:pt>
                <c:pt idx="233">
                  <c:v>613</c:v>
                </c:pt>
                <c:pt idx="234">
                  <c:v>614</c:v>
                </c:pt>
                <c:pt idx="235">
                  <c:v>615</c:v>
                </c:pt>
                <c:pt idx="236">
                  <c:v>616</c:v>
                </c:pt>
                <c:pt idx="237">
                  <c:v>617</c:v>
                </c:pt>
                <c:pt idx="238">
                  <c:v>618</c:v>
                </c:pt>
                <c:pt idx="239">
                  <c:v>619</c:v>
                </c:pt>
                <c:pt idx="240">
                  <c:v>620</c:v>
                </c:pt>
                <c:pt idx="241">
                  <c:v>621</c:v>
                </c:pt>
                <c:pt idx="242">
                  <c:v>622</c:v>
                </c:pt>
                <c:pt idx="243">
                  <c:v>623</c:v>
                </c:pt>
                <c:pt idx="244">
                  <c:v>624</c:v>
                </c:pt>
                <c:pt idx="245">
                  <c:v>625</c:v>
                </c:pt>
                <c:pt idx="246">
                  <c:v>626</c:v>
                </c:pt>
                <c:pt idx="247">
                  <c:v>627</c:v>
                </c:pt>
                <c:pt idx="248">
                  <c:v>628</c:v>
                </c:pt>
                <c:pt idx="249">
                  <c:v>629</c:v>
                </c:pt>
                <c:pt idx="250">
                  <c:v>630</c:v>
                </c:pt>
                <c:pt idx="251">
                  <c:v>631</c:v>
                </c:pt>
                <c:pt idx="252">
                  <c:v>632</c:v>
                </c:pt>
                <c:pt idx="253">
                  <c:v>633</c:v>
                </c:pt>
                <c:pt idx="254">
                  <c:v>634</c:v>
                </c:pt>
                <c:pt idx="255">
                  <c:v>635</c:v>
                </c:pt>
                <c:pt idx="256">
                  <c:v>636</c:v>
                </c:pt>
                <c:pt idx="257">
                  <c:v>637</c:v>
                </c:pt>
                <c:pt idx="258">
                  <c:v>638</c:v>
                </c:pt>
                <c:pt idx="259">
                  <c:v>639</c:v>
                </c:pt>
                <c:pt idx="260">
                  <c:v>640</c:v>
                </c:pt>
                <c:pt idx="261">
                  <c:v>641</c:v>
                </c:pt>
                <c:pt idx="262">
                  <c:v>642</c:v>
                </c:pt>
                <c:pt idx="263">
                  <c:v>643</c:v>
                </c:pt>
                <c:pt idx="264">
                  <c:v>644</c:v>
                </c:pt>
                <c:pt idx="265">
                  <c:v>645</c:v>
                </c:pt>
                <c:pt idx="266">
                  <c:v>646</c:v>
                </c:pt>
                <c:pt idx="267">
                  <c:v>647</c:v>
                </c:pt>
                <c:pt idx="268">
                  <c:v>648</c:v>
                </c:pt>
                <c:pt idx="269">
                  <c:v>649</c:v>
                </c:pt>
                <c:pt idx="270">
                  <c:v>650</c:v>
                </c:pt>
                <c:pt idx="271">
                  <c:v>651</c:v>
                </c:pt>
                <c:pt idx="272">
                  <c:v>652</c:v>
                </c:pt>
                <c:pt idx="273">
                  <c:v>653</c:v>
                </c:pt>
                <c:pt idx="274">
                  <c:v>654</c:v>
                </c:pt>
                <c:pt idx="275">
                  <c:v>655</c:v>
                </c:pt>
                <c:pt idx="276">
                  <c:v>656</c:v>
                </c:pt>
                <c:pt idx="277">
                  <c:v>657</c:v>
                </c:pt>
                <c:pt idx="278">
                  <c:v>658</c:v>
                </c:pt>
                <c:pt idx="279">
                  <c:v>659</c:v>
                </c:pt>
                <c:pt idx="280">
                  <c:v>660</c:v>
                </c:pt>
                <c:pt idx="281">
                  <c:v>661</c:v>
                </c:pt>
                <c:pt idx="282">
                  <c:v>662</c:v>
                </c:pt>
                <c:pt idx="283">
                  <c:v>663</c:v>
                </c:pt>
                <c:pt idx="284">
                  <c:v>664</c:v>
                </c:pt>
                <c:pt idx="285">
                  <c:v>665</c:v>
                </c:pt>
                <c:pt idx="286">
                  <c:v>666</c:v>
                </c:pt>
                <c:pt idx="287">
                  <c:v>667</c:v>
                </c:pt>
                <c:pt idx="288">
                  <c:v>668</c:v>
                </c:pt>
                <c:pt idx="289">
                  <c:v>669</c:v>
                </c:pt>
                <c:pt idx="290">
                  <c:v>670</c:v>
                </c:pt>
                <c:pt idx="291">
                  <c:v>671</c:v>
                </c:pt>
                <c:pt idx="292">
                  <c:v>672</c:v>
                </c:pt>
                <c:pt idx="293">
                  <c:v>673</c:v>
                </c:pt>
                <c:pt idx="294">
                  <c:v>674</c:v>
                </c:pt>
                <c:pt idx="295">
                  <c:v>675</c:v>
                </c:pt>
                <c:pt idx="296">
                  <c:v>676</c:v>
                </c:pt>
                <c:pt idx="297">
                  <c:v>677</c:v>
                </c:pt>
                <c:pt idx="298">
                  <c:v>678</c:v>
                </c:pt>
                <c:pt idx="299">
                  <c:v>679</c:v>
                </c:pt>
                <c:pt idx="300">
                  <c:v>680</c:v>
                </c:pt>
                <c:pt idx="301">
                  <c:v>681</c:v>
                </c:pt>
                <c:pt idx="302">
                  <c:v>682</c:v>
                </c:pt>
                <c:pt idx="303">
                  <c:v>683</c:v>
                </c:pt>
                <c:pt idx="304">
                  <c:v>684</c:v>
                </c:pt>
                <c:pt idx="305">
                  <c:v>685</c:v>
                </c:pt>
                <c:pt idx="306">
                  <c:v>686</c:v>
                </c:pt>
                <c:pt idx="307">
                  <c:v>687</c:v>
                </c:pt>
                <c:pt idx="308">
                  <c:v>688</c:v>
                </c:pt>
                <c:pt idx="309">
                  <c:v>689</c:v>
                </c:pt>
                <c:pt idx="310">
                  <c:v>690</c:v>
                </c:pt>
                <c:pt idx="311">
                  <c:v>691</c:v>
                </c:pt>
                <c:pt idx="312">
                  <c:v>692</c:v>
                </c:pt>
                <c:pt idx="313">
                  <c:v>693</c:v>
                </c:pt>
                <c:pt idx="314">
                  <c:v>694</c:v>
                </c:pt>
                <c:pt idx="315">
                  <c:v>695</c:v>
                </c:pt>
                <c:pt idx="316">
                  <c:v>696</c:v>
                </c:pt>
                <c:pt idx="317">
                  <c:v>697</c:v>
                </c:pt>
                <c:pt idx="318">
                  <c:v>698</c:v>
                </c:pt>
                <c:pt idx="319">
                  <c:v>699</c:v>
                </c:pt>
                <c:pt idx="320">
                  <c:v>700</c:v>
                </c:pt>
                <c:pt idx="321">
                  <c:v>701</c:v>
                </c:pt>
                <c:pt idx="322">
                  <c:v>702</c:v>
                </c:pt>
                <c:pt idx="323">
                  <c:v>703</c:v>
                </c:pt>
                <c:pt idx="324">
                  <c:v>704</c:v>
                </c:pt>
                <c:pt idx="325">
                  <c:v>705</c:v>
                </c:pt>
                <c:pt idx="326">
                  <c:v>706</c:v>
                </c:pt>
                <c:pt idx="327">
                  <c:v>707</c:v>
                </c:pt>
                <c:pt idx="328">
                  <c:v>708</c:v>
                </c:pt>
                <c:pt idx="329">
                  <c:v>709</c:v>
                </c:pt>
                <c:pt idx="330">
                  <c:v>710</c:v>
                </c:pt>
                <c:pt idx="331">
                  <c:v>711</c:v>
                </c:pt>
                <c:pt idx="332">
                  <c:v>712</c:v>
                </c:pt>
                <c:pt idx="333">
                  <c:v>713</c:v>
                </c:pt>
                <c:pt idx="334">
                  <c:v>714</c:v>
                </c:pt>
                <c:pt idx="335">
                  <c:v>715</c:v>
                </c:pt>
                <c:pt idx="336">
                  <c:v>716</c:v>
                </c:pt>
                <c:pt idx="337">
                  <c:v>717</c:v>
                </c:pt>
                <c:pt idx="338">
                  <c:v>718</c:v>
                </c:pt>
                <c:pt idx="339">
                  <c:v>719</c:v>
                </c:pt>
                <c:pt idx="340">
                  <c:v>720</c:v>
                </c:pt>
                <c:pt idx="341">
                  <c:v>721</c:v>
                </c:pt>
                <c:pt idx="342">
                  <c:v>722</c:v>
                </c:pt>
                <c:pt idx="343">
                  <c:v>723</c:v>
                </c:pt>
                <c:pt idx="344">
                  <c:v>724</c:v>
                </c:pt>
                <c:pt idx="345">
                  <c:v>725</c:v>
                </c:pt>
                <c:pt idx="346">
                  <c:v>726</c:v>
                </c:pt>
                <c:pt idx="347">
                  <c:v>727</c:v>
                </c:pt>
                <c:pt idx="348">
                  <c:v>728</c:v>
                </c:pt>
                <c:pt idx="349">
                  <c:v>729</c:v>
                </c:pt>
                <c:pt idx="350">
                  <c:v>730</c:v>
                </c:pt>
                <c:pt idx="351">
                  <c:v>731</c:v>
                </c:pt>
                <c:pt idx="352">
                  <c:v>732</c:v>
                </c:pt>
                <c:pt idx="353">
                  <c:v>733</c:v>
                </c:pt>
                <c:pt idx="354">
                  <c:v>734</c:v>
                </c:pt>
                <c:pt idx="355">
                  <c:v>735</c:v>
                </c:pt>
                <c:pt idx="356">
                  <c:v>736</c:v>
                </c:pt>
                <c:pt idx="357">
                  <c:v>737</c:v>
                </c:pt>
                <c:pt idx="358">
                  <c:v>738</c:v>
                </c:pt>
                <c:pt idx="359">
                  <c:v>739</c:v>
                </c:pt>
                <c:pt idx="360">
                  <c:v>740</c:v>
                </c:pt>
                <c:pt idx="361">
                  <c:v>741</c:v>
                </c:pt>
                <c:pt idx="362">
                  <c:v>742</c:v>
                </c:pt>
                <c:pt idx="363">
                  <c:v>743</c:v>
                </c:pt>
                <c:pt idx="364">
                  <c:v>744</c:v>
                </c:pt>
                <c:pt idx="365">
                  <c:v>745</c:v>
                </c:pt>
                <c:pt idx="366">
                  <c:v>746</c:v>
                </c:pt>
                <c:pt idx="367">
                  <c:v>747</c:v>
                </c:pt>
                <c:pt idx="368">
                  <c:v>748</c:v>
                </c:pt>
                <c:pt idx="369">
                  <c:v>749</c:v>
                </c:pt>
                <c:pt idx="370">
                  <c:v>750</c:v>
                </c:pt>
                <c:pt idx="371">
                  <c:v>751</c:v>
                </c:pt>
                <c:pt idx="372">
                  <c:v>752</c:v>
                </c:pt>
                <c:pt idx="373">
                  <c:v>753</c:v>
                </c:pt>
                <c:pt idx="374">
                  <c:v>754</c:v>
                </c:pt>
                <c:pt idx="375">
                  <c:v>755</c:v>
                </c:pt>
                <c:pt idx="376">
                  <c:v>756</c:v>
                </c:pt>
                <c:pt idx="377">
                  <c:v>757</c:v>
                </c:pt>
                <c:pt idx="378">
                  <c:v>758</c:v>
                </c:pt>
                <c:pt idx="379">
                  <c:v>759</c:v>
                </c:pt>
                <c:pt idx="380">
                  <c:v>760</c:v>
                </c:pt>
                <c:pt idx="381">
                  <c:v>761</c:v>
                </c:pt>
                <c:pt idx="382">
                  <c:v>762</c:v>
                </c:pt>
                <c:pt idx="383">
                  <c:v>763</c:v>
                </c:pt>
                <c:pt idx="384">
                  <c:v>764</c:v>
                </c:pt>
                <c:pt idx="385">
                  <c:v>765</c:v>
                </c:pt>
                <c:pt idx="386">
                  <c:v>766</c:v>
                </c:pt>
                <c:pt idx="387">
                  <c:v>767</c:v>
                </c:pt>
                <c:pt idx="388">
                  <c:v>768</c:v>
                </c:pt>
                <c:pt idx="389">
                  <c:v>769</c:v>
                </c:pt>
                <c:pt idx="390">
                  <c:v>770</c:v>
                </c:pt>
                <c:pt idx="391">
                  <c:v>771</c:v>
                </c:pt>
                <c:pt idx="392">
                  <c:v>772</c:v>
                </c:pt>
                <c:pt idx="393">
                  <c:v>773</c:v>
                </c:pt>
                <c:pt idx="394">
                  <c:v>774</c:v>
                </c:pt>
                <c:pt idx="395">
                  <c:v>775</c:v>
                </c:pt>
                <c:pt idx="396">
                  <c:v>776</c:v>
                </c:pt>
                <c:pt idx="397">
                  <c:v>777</c:v>
                </c:pt>
                <c:pt idx="398">
                  <c:v>778</c:v>
                </c:pt>
                <c:pt idx="399">
                  <c:v>779</c:v>
                </c:pt>
                <c:pt idx="400">
                  <c:v>780</c:v>
                </c:pt>
              </c:numCache>
            </c:numRef>
          </c:xVal>
          <c:yVal>
            <c:numRef>
              <c:f>汇总!$JS$2:$JS$1000</c:f>
              <c:numCache>
                <c:formatCode>General</c:formatCode>
                <c:ptCount val="999"/>
                <c:pt idx="0">
                  <c:v>4.2848470131131618E-4</c:v>
                </c:pt>
                <c:pt idx="1">
                  <c:v>3.9665695321353412E-5</c:v>
                </c:pt>
                <c:pt idx="2">
                  <c:v>2.3890237979601748E-4</c:v>
                </c:pt>
                <c:pt idx="3">
                  <c:v>1.3661162376558202E-4</c:v>
                </c:pt>
                <c:pt idx="4">
                  <c:v>1.6074550752792619E-4</c:v>
                </c:pt>
                <c:pt idx="5">
                  <c:v>1.7110652420268741E-4</c:v>
                </c:pt>
                <c:pt idx="6">
                  <c:v>1.4168285575522099E-4</c:v>
                </c:pt>
                <c:pt idx="7">
                  <c:v>2.4307511737089204E-4</c:v>
                </c:pt>
                <c:pt idx="8">
                  <c:v>1.7214262587016352E-4</c:v>
                </c:pt>
                <c:pt idx="9">
                  <c:v>2.9821920025902541E-4</c:v>
                </c:pt>
                <c:pt idx="10">
                  <c:v>2.2898656305649992E-4</c:v>
                </c:pt>
                <c:pt idx="11">
                  <c:v>3.1109762020398255E-4</c:v>
                </c:pt>
                <c:pt idx="12">
                  <c:v>2.5692488262910799E-4</c:v>
                </c:pt>
                <c:pt idx="13">
                  <c:v>1.5668204630079328E-4</c:v>
                </c:pt>
                <c:pt idx="14">
                  <c:v>7.7270519669742598E-4</c:v>
                </c:pt>
                <c:pt idx="15">
                  <c:v>3.0646754087744862E-4</c:v>
                </c:pt>
                <c:pt idx="16">
                  <c:v>3.0646754087744862E-4</c:v>
                </c:pt>
                <c:pt idx="17">
                  <c:v>1.6449732880038855E-4</c:v>
                </c:pt>
                <c:pt idx="18">
                  <c:v>5.4743402946414116E-4</c:v>
                </c:pt>
                <c:pt idx="19">
                  <c:v>9.2124008418326055E-5</c:v>
                </c:pt>
                <c:pt idx="20">
                  <c:v>1.9112433220009714E-4</c:v>
                </c:pt>
                <c:pt idx="21">
                  <c:v>2.7106605148130163E-4</c:v>
                </c:pt>
                <c:pt idx="22">
                  <c:v>2.8730370730127894E-4</c:v>
                </c:pt>
                <c:pt idx="23">
                  <c:v>9.2030921159138738E-5</c:v>
                </c:pt>
                <c:pt idx="24">
                  <c:v>4.1217419459284446E-4</c:v>
                </c:pt>
                <c:pt idx="25">
                  <c:v>2.6000890399870488E-4</c:v>
                </c:pt>
                <c:pt idx="26">
                  <c:v>5.0716367168528414E-4</c:v>
                </c:pt>
                <c:pt idx="27">
                  <c:v>3.7775214505423342E-5</c:v>
                </c:pt>
                <c:pt idx="28">
                  <c:v>4.6584102315039668E-4</c:v>
                </c:pt>
                <c:pt idx="29">
                  <c:v>5.4399384814634937E-4</c:v>
                </c:pt>
                <c:pt idx="30">
                  <c:v>3.8249554800064758E-4</c:v>
                </c:pt>
                <c:pt idx="31">
                  <c:v>3.1391047434029462E-4</c:v>
                </c:pt>
                <c:pt idx="32">
                  <c:v>6.4396146996924079E-4</c:v>
                </c:pt>
                <c:pt idx="33">
                  <c:v>5.4820301117047116E-4</c:v>
                </c:pt>
                <c:pt idx="34">
                  <c:v>1.4973288003885382E-4</c:v>
                </c:pt>
                <c:pt idx="35">
                  <c:v>5.1461065242026872E-4</c:v>
                </c:pt>
                <c:pt idx="36">
                  <c:v>3.5229075603043552E-4</c:v>
                </c:pt>
                <c:pt idx="37">
                  <c:v>5.6949166261939456E-4</c:v>
                </c:pt>
                <c:pt idx="38">
                  <c:v>5.4055366682855747E-4</c:v>
                </c:pt>
                <c:pt idx="39">
                  <c:v>4.682693864335438E-4</c:v>
                </c:pt>
                <c:pt idx="40">
                  <c:v>6.7241379310344833E-4</c:v>
                </c:pt>
                <c:pt idx="41">
                  <c:v>8.192488262910799E-4</c:v>
                </c:pt>
                <c:pt idx="42">
                  <c:v>8.3369758782580539E-4</c:v>
                </c:pt>
                <c:pt idx="43">
                  <c:v>6.4181641573579401E-4</c:v>
                </c:pt>
                <c:pt idx="44">
                  <c:v>7.9937672009065895E-4</c:v>
                </c:pt>
                <c:pt idx="45">
                  <c:v>8.0994010037234909E-4</c:v>
                </c:pt>
                <c:pt idx="46">
                  <c:v>9.0395823215152994E-4</c:v>
                </c:pt>
                <c:pt idx="47">
                  <c:v>1.0089849441476445E-3</c:v>
                </c:pt>
                <c:pt idx="48">
                  <c:v>1.1816820463007934E-3</c:v>
                </c:pt>
                <c:pt idx="49">
                  <c:v>1.3707706006151853E-3</c:v>
                </c:pt>
                <c:pt idx="50">
                  <c:v>1.1533916140521289E-3</c:v>
                </c:pt>
                <c:pt idx="51">
                  <c:v>1.2097296422211429E-3</c:v>
                </c:pt>
                <c:pt idx="52">
                  <c:v>1.2344989477092439E-3</c:v>
                </c:pt>
                <c:pt idx="53">
                  <c:v>1.3746964545896065E-3</c:v>
                </c:pt>
                <c:pt idx="54">
                  <c:v>1.5729723166585721E-3</c:v>
                </c:pt>
                <c:pt idx="55">
                  <c:v>1.8592763477416222E-3</c:v>
                </c:pt>
                <c:pt idx="56">
                  <c:v>2.0516027197668772E-3</c:v>
                </c:pt>
                <c:pt idx="57">
                  <c:v>2.2080297879229398E-3</c:v>
                </c:pt>
                <c:pt idx="58">
                  <c:v>2.5392180670228267E-3</c:v>
                </c:pt>
                <c:pt idx="59">
                  <c:v>3.0286546867411366E-3</c:v>
                </c:pt>
                <c:pt idx="60">
                  <c:v>3.8025740650801361E-3</c:v>
                </c:pt>
                <c:pt idx="61">
                  <c:v>4.9910960012951276E-3</c:v>
                </c:pt>
                <c:pt idx="62">
                  <c:v>6.6346932167718961E-3</c:v>
                </c:pt>
                <c:pt idx="63">
                  <c:v>9.3253197344989481E-3</c:v>
                </c:pt>
                <c:pt idx="64">
                  <c:v>1.2657438886190708E-2</c:v>
                </c:pt>
                <c:pt idx="65">
                  <c:v>1.8029383195726081E-2</c:v>
                </c:pt>
                <c:pt idx="66">
                  <c:v>2.6040148939614698E-2</c:v>
                </c:pt>
                <c:pt idx="67">
                  <c:v>3.6648049214829205E-2</c:v>
                </c:pt>
                <c:pt idx="68">
                  <c:v>5.1610814311154281E-2</c:v>
                </c:pt>
                <c:pt idx="69">
                  <c:v>7.2235713129350815E-2</c:v>
                </c:pt>
                <c:pt idx="70">
                  <c:v>0.10151772705196697</c:v>
                </c:pt>
                <c:pt idx="71">
                  <c:v>0.13828719443095353</c:v>
                </c:pt>
                <c:pt idx="72">
                  <c:v>0.18381900598996276</c:v>
                </c:pt>
                <c:pt idx="73">
                  <c:v>0.23831957260806216</c:v>
                </c:pt>
                <c:pt idx="74">
                  <c:v>0.30788408612595114</c:v>
                </c:pt>
                <c:pt idx="75">
                  <c:v>0.3893111542820139</c:v>
                </c:pt>
                <c:pt idx="76">
                  <c:v>0.47810425773028981</c:v>
                </c:pt>
                <c:pt idx="77">
                  <c:v>0.57204144406669899</c:v>
                </c:pt>
                <c:pt idx="78">
                  <c:v>0.67010684798445852</c:v>
                </c:pt>
                <c:pt idx="79">
                  <c:v>0.76861745183746155</c:v>
                </c:pt>
                <c:pt idx="80">
                  <c:v>0.85336733041929747</c:v>
                </c:pt>
                <c:pt idx="81">
                  <c:v>0.92646106524202687</c:v>
                </c:pt>
                <c:pt idx="82">
                  <c:v>0.97713291241703093</c:v>
                </c:pt>
                <c:pt idx="83">
                  <c:v>1</c:v>
                </c:pt>
                <c:pt idx="84">
                  <c:v>0.99615509146835035</c:v>
                </c:pt>
                <c:pt idx="85">
                  <c:v>0.96547676865792464</c:v>
                </c:pt>
                <c:pt idx="86">
                  <c:v>0.91225514003561592</c:v>
                </c:pt>
                <c:pt idx="87">
                  <c:v>0.83555933300955154</c:v>
                </c:pt>
                <c:pt idx="88">
                  <c:v>0.74854298203011171</c:v>
                </c:pt>
                <c:pt idx="89">
                  <c:v>0.66350979439857538</c:v>
                </c:pt>
                <c:pt idx="90">
                  <c:v>0.57835518860288171</c:v>
                </c:pt>
                <c:pt idx="91">
                  <c:v>0.4980573093734823</c:v>
                </c:pt>
                <c:pt idx="92">
                  <c:v>0.42302088392423509</c:v>
                </c:pt>
                <c:pt idx="93">
                  <c:v>0.3573336571151044</c:v>
                </c:pt>
                <c:pt idx="94">
                  <c:v>0.3013679779828396</c:v>
                </c:pt>
                <c:pt idx="95">
                  <c:v>0.25542334466569533</c:v>
                </c:pt>
                <c:pt idx="96">
                  <c:v>0.21697021207706005</c:v>
                </c:pt>
                <c:pt idx="97">
                  <c:v>0.18552695483244294</c:v>
                </c:pt>
                <c:pt idx="98">
                  <c:v>0.15825643516270033</c:v>
                </c:pt>
                <c:pt idx="99">
                  <c:v>0.13625951108952566</c:v>
                </c:pt>
                <c:pt idx="100">
                  <c:v>0.11899789541848795</c:v>
                </c:pt>
                <c:pt idx="101">
                  <c:v>0.10304354864821111</c:v>
                </c:pt>
                <c:pt idx="102">
                  <c:v>9.0161081431115439E-2</c:v>
                </c:pt>
                <c:pt idx="103">
                  <c:v>7.9698882952889766E-2</c:v>
                </c:pt>
                <c:pt idx="104">
                  <c:v>7.0746316982353896E-2</c:v>
                </c:pt>
                <c:pt idx="105">
                  <c:v>6.3141492633964708E-2</c:v>
                </c:pt>
                <c:pt idx="106">
                  <c:v>5.6200420916302417E-2</c:v>
                </c:pt>
                <c:pt idx="107">
                  <c:v>5.0611138092925369E-2</c:v>
                </c:pt>
                <c:pt idx="108">
                  <c:v>4.5159462522259997E-2</c:v>
                </c:pt>
                <c:pt idx="109">
                  <c:v>4.0330662133721877E-2</c:v>
                </c:pt>
                <c:pt idx="110">
                  <c:v>3.6059171118666022E-2</c:v>
                </c:pt>
                <c:pt idx="111">
                  <c:v>3.2192812044681884E-2</c:v>
                </c:pt>
                <c:pt idx="112">
                  <c:v>2.8799579083697589E-2</c:v>
                </c:pt>
                <c:pt idx="113">
                  <c:v>2.5728104257730294E-2</c:v>
                </c:pt>
                <c:pt idx="114">
                  <c:v>2.2931843937186336E-2</c:v>
                </c:pt>
                <c:pt idx="115">
                  <c:v>2.0226647239760399E-2</c:v>
                </c:pt>
                <c:pt idx="116">
                  <c:v>1.7961793751011819E-2</c:v>
                </c:pt>
                <c:pt idx="117">
                  <c:v>1.5965679132264855E-2</c:v>
                </c:pt>
                <c:pt idx="118">
                  <c:v>1.4175165938157682E-2</c:v>
                </c:pt>
                <c:pt idx="119">
                  <c:v>1.2385866925692084E-2</c:v>
                </c:pt>
                <c:pt idx="120">
                  <c:v>1.0931682046300793E-2</c:v>
                </c:pt>
                <c:pt idx="121">
                  <c:v>9.6361502347417846E-3</c:v>
                </c:pt>
                <c:pt idx="122">
                  <c:v>8.629593653877287E-3</c:v>
                </c:pt>
                <c:pt idx="123">
                  <c:v>7.4530516431924885E-3</c:v>
                </c:pt>
                <c:pt idx="124">
                  <c:v>6.7132102962603208E-3</c:v>
                </c:pt>
                <c:pt idx="125">
                  <c:v>5.9620365873401327E-3</c:v>
                </c:pt>
                <c:pt idx="126">
                  <c:v>5.2707625060709083E-3</c:v>
                </c:pt>
                <c:pt idx="127">
                  <c:v>4.6406022340942203E-3</c:v>
                </c:pt>
                <c:pt idx="128">
                  <c:v>3.9458070260644327E-3</c:v>
                </c:pt>
                <c:pt idx="129">
                  <c:v>3.6495871782418654E-3</c:v>
                </c:pt>
                <c:pt idx="130">
                  <c:v>3.3929091792132106E-3</c:v>
                </c:pt>
                <c:pt idx="131">
                  <c:v>2.9828395661324271E-3</c:v>
                </c:pt>
                <c:pt idx="132">
                  <c:v>2.6149830014570181E-3</c:v>
                </c:pt>
                <c:pt idx="133">
                  <c:v>2.4341104095839403E-3</c:v>
                </c:pt>
                <c:pt idx="134">
                  <c:v>2.2170552047919706E-3</c:v>
                </c:pt>
                <c:pt idx="135">
                  <c:v>1.9611057147482596E-3</c:v>
                </c:pt>
                <c:pt idx="136">
                  <c:v>1.8086449732880039E-3</c:v>
                </c:pt>
                <c:pt idx="137">
                  <c:v>1.6912740812692244E-3</c:v>
                </c:pt>
                <c:pt idx="138">
                  <c:v>1.6255868544600939E-3</c:v>
                </c:pt>
                <c:pt idx="139">
                  <c:v>1.4515541525012142E-3</c:v>
                </c:pt>
                <c:pt idx="140">
                  <c:v>1.3381495871782419E-3</c:v>
                </c:pt>
                <c:pt idx="141">
                  <c:v>1.2066132426744374E-3</c:v>
                </c:pt>
                <c:pt idx="142">
                  <c:v>1.121620527764287E-3</c:v>
                </c:pt>
                <c:pt idx="143">
                  <c:v>9.8915331066860932E-4</c:v>
                </c:pt>
                <c:pt idx="144">
                  <c:v>9.1731423020883932E-4</c:v>
                </c:pt>
                <c:pt idx="145">
                  <c:v>8.6526631050671849E-4</c:v>
                </c:pt>
                <c:pt idx="146">
                  <c:v>7.7480977820948676E-4</c:v>
                </c:pt>
                <c:pt idx="147">
                  <c:v>6.2485834547514974E-4</c:v>
                </c:pt>
                <c:pt idx="148">
                  <c:v>5.5860450056661819E-4</c:v>
                </c:pt>
                <c:pt idx="149">
                  <c:v>6.3606928929901244E-4</c:v>
                </c:pt>
                <c:pt idx="150">
                  <c:v>6.2708434515136796E-4</c:v>
                </c:pt>
                <c:pt idx="151">
                  <c:v>4.9255301926501543E-4</c:v>
                </c:pt>
                <c:pt idx="152">
                  <c:v>4.848227294803303E-4</c:v>
                </c:pt>
                <c:pt idx="153">
                  <c:v>4.3860288165776265E-4</c:v>
                </c:pt>
                <c:pt idx="154">
                  <c:v>4.4046462684150882E-4</c:v>
                </c:pt>
                <c:pt idx="155">
                  <c:v>4.4932815282499596E-4</c:v>
                </c:pt>
                <c:pt idx="156">
                  <c:v>4.7098105876639147E-4</c:v>
                </c:pt>
                <c:pt idx="157">
                  <c:v>4.830014570179699E-4</c:v>
                </c:pt>
                <c:pt idx="158">
                  <c:v>3.4889914197830662E-4</c:v>
                </c:pt>
                <c:pt idx="159">
                  <c:v>2.5103610166747614E-4</c:v>
                </c:pt>
                <c:pt idx="160">
                  <c:v>4.6393880524526473E-4</c:v>
                </c:pt>
                <c:pt idx="161">
                  <c:v>2.5241217419459287E-4</c:v>
                </c:pt>
                <c:pt idx="162">
                  <c:v>2.5400275214505422E-4</c:v>
                </c:pt>
                <c:pt idx="163">
                  <c:v>2.8267767524688364E-4</c:v>
                </c:pt>
                <c:pt idx="164">
                  <c:v>1.9119313582645299E-4</c:v>
                </c:pt>
                <c:pt idx="165">
                  <c:v>2.543265339161405E-4</c:v>
                </c:pt>
                <c:pt idx="166">
                  <c:v>1.4764853488748585E-4</c:v>
                </c:pt>
                <c:pt idx="167">
                  <c:v>1.5099562894609034E-4</c:v>
                </c:pt>
                <c:pt idx="168">
                  <c:v>1.4778209486805894E-4</c:v>
                </c:pt>
                <c:pt idx="169">
                  <c:v>2.1435972154767687E-4</c:v>
                </c:pt>
                <c:pt idx="170">
                  <c:v>2.5732960984296583E-4</c:v>
                </c:pt>
                <c:pt idx="171">
                  <c:v>2.5814311154282013E-4</c:v>
                </c:pt>
                <c:pt idx="172">
                  <c:v>1.3196130807835519E-4</c:v>
                </c:pt>
                <c:pt idx="173">
                  <c:v>1.4322081916788085E-4</c:v>
                </c:pt>
                <c:pt idx="174">
                  <c:v>1.6110166747612112E-4</c:v>
                </c:pt>
                <c:pt idx="175">
                  <c:v>6.121903836813988E-5</c:v>
                </c:pt>
                <c:pt idx="176">
                  <c:v>7.8561599481949171E-5</c:v>
                </c:pt>
                <c:pt idx="177">
                  <c:v>1.4652339323296097E-4</c:v>
                </c:pt>
                <c:pt idx="178">
                  <c:v>1.3868382710053423E-4</c:v>
                </c:pt>
                <c:pt idx="179">
                  <c:v>1.0235551238465274E-5</c:v>
                </c:pt>
                <c:pt idx="180">
                  <c:v>1.0190221790513194E-4</c:v>
                </c:pt>
                <c:pt idx="181">
                  <c:v>1.4313177918083212E-4</c:v>
                </c:pt>
                <c:pt idx="182">
                  <c:v>8.2135340780314068E-5</c:v>
                </c:pt>
                <c:pt idx="183">
                  <c:v>1.1243726728185204E-4</c:v>
                </c:pt>
                <c:pt idx="184">
                  <c:v>9.515136797798284E-5</c:v>
                </c:pt>
                <c:pt idx="185">
                  <c:v>1.6418973611785658E-4</c:v>
                </c:pt>
                <c:pt idx="186">
                  <c:v>4.0247693054881005E-5</c:v>
                </c:pt>
                <c:pt idx="187">
                  <c:v>8.4219685931682047E-5</c:v>
                </c:pt>
                <c:pt idx="188">
                  <c:v>1.0135583616642383E-4</c:v>
                </c:pt>
                <c:pt idx="189">
                  <c:v>5.4844584749878583E-5</c:v>
                </c:pt>
                <c:pt idx="190">
                  <c:v>6.768253197344989E-5</c:v>
                </c:pt>
                <c:pt idx="191">
                  <c:v>1.3882952889752306E-4</c:v>
                </c:pt>
                <c:pt idx="192">
                  <c:v>1.8782985267929418E-4</c:v>
                </c:pt>
                <c:pt idx="193">
                  <c:v>1.5118180346446495E-4</c:v>
                </c:pt>
                <c:pt idx="194">
                  <c:v>6.0004856726566294E-5</c:v>
                </c:pt>
                <c:pt idx="195">
                  <c:v>6.0004856726566294E-5</c:v>
                </c:pt>
                <c:pt idx="196">
                  <c:v>6.2562732718147971E-5</c:v>
                </c:pt>
                <c:pt idx="197">
                  <c:v>5.5832119151691758E-5</c:v>
                </c:pt>
                <c:pt idx="198">
                  <c:v>6.6800226647239751E-5</c:v>
                </c:pt>
                <c:pt idx="199">
                  <c:v>8.0994010037234909E-5</c:v>
                </c:pt>
                <c:pt idx="200">
                  <c:v>9.180427391937834E-5</c:v>
                </c:pt>
                <c:pt idx="201">
                  <c:v>6.0729318439371864E-5</c:v>
                </c:pt>
                <c:pt idx="202">
                  <c:v>6.1822081916788083E-5</c:v>
                </c:pt>
                <c:pt idx="203">
                  <c:v>3.8572931843937187E-5</c:v>
                </c:pt>
                <c:pt idx="204">
                  <c:v>7.3093734822729479E-5</c:v>
                </c:pt>
                <c:pt idx="205">
                  <c:v>9.0213695968916949E-5</c:v>
                </c:pt>
                <c:pt idx="206">
                  <c:v>2.0938967136150237E-5</c:v>
                </c:pt>
                <c:pt idx="207">
                  <c:v>8.2390318925044511E-5</c:v>
                </c:pt>
                <c:pt idx="208">
                  <c:v>9.7017160433867576E-5</c:v>
                </c:pt>
                <c:pt idx="209">
                  <c:v>9.7434029464141172E-5</c:v>
                </c:pt>
                <c:pt idx="210">
                  <c:v>8.4798445847498782E-5</c:v>
                </c:pt>
                <c:pt idx="211">
                  <c:v>5.1509632507689817E-5</c:v>
                </c:pt>
                <c:pt idx="212">
                  <c:v>7.2753763963088875E-5</c:v>
                </c:pt>
                <c:pt idx="213">
                  <c:v>8.7307754573417512E-5</c:v>
                </c:pt>
                <c:pt idx="214">
                  <c:v>8.7307754573417512E-5</c:v>
                </c:pt>
                <c:pt idx="215">
                  <c:v>8.9485186983972808E-5</c:v>
                </c:pt>
                <c:pt idx="216">
                  <c:v>8.5996438400518058E-5</c:v>
                </c:pt>
                <c:pt idx="217">
                  <c:v>6.9386433543791487E-5</c:v>
                </c:pt>
                <c:pt idx="218">
                  <c:v>7.0357778857050351E-5</c:v>
                </c:pt>
                <c:pt idx="219">
                  <c:v>1.0284523231342076E-4</c:v>
                </c:pt>
                <c:pt idx="220">
                  <c:v>5.3440181317791805E-5</c:v>
                </c:pt>
                <c:pt idx="221">
                  <c:v>4.1723328476606768E-5</c:v>
                </c:pt>
                <c:pt idx="222">
                  <c:v>4.369030273595597E-5</c:v>
                </c:pt>
                <c:pt idx="223">
                  <c:v>8.8206248988181962E-5</c:v>
                </c:pt>
                <c:pt idx="224">
                  <c:v>1.3920187793427231E-5</c:v>
                </c:pt>
                <c:pt idx="225">
                  <c:v>3.7285899303869193E-5</c:v>
                </c:pt>
                <c:pt idx="226">
                  <c:v>3.7285899303869193E-5</c:v>
                </c:pt>
                <c:pt idx="227">
                  <c:v>3.7285899303869193E-5</c:v>
                </c:pt>
                <c:pt idx="228">
                  <c:v>3.7285899303869193E-5</c:v>
                </c:pt>
                <c:pt idx="229">
                  <c:v>3.7285899303869193E-5</c:v>
                </c:pt>
                <c:pt idx="230">
                  <c:v>3.9432977173385141E-5</c:v>
                </c:pt>
                <c:pt idx="231">
                  <c:v>2.9053343046786467E-5</c:v>
                </c:pt>
                <c:pt idx="232">
                  <c:v>1.3094544277157197E-4</c:v>
                </c:pt>
                <c:pt idx="233">
                  <c:v>1.2325967298041119E-4</c:v>
                </c:pt>
                <c:pt idx="234">
                  <c:v>7.487048729156549E-5</c:v>
                </c:pt>
                <c:pt idx="235">
                  <c:v>7.1458636878743718E-5</c:v>
                </c:pt>
                <c:pt idx="236">
                  <c:v>1.137688198154444E-4</c:v>
                </c:pt>
                <c:pt idx="237">
                  <c:v>3.4136312125627326E-5</c:v>
                </c:pt>
                <c:pt idx="238">
                  <c:v>3.4927958555933304E-5</c:v>
                </c:pt>
                <c:pt idx="239">
                  <c:v>1.7095677513355998E-4</c:v>
                </c:pt>
                <c:pt idx="240">
                  <c:v>1.6924882629107982E-4</c:v>
                </c:pt>
                <c:pt idx="241">
                  <c:v>1.6924882629107982E-4</c:v>
                </c:pt>
                <c:pt idx="242">
                  <c:v>4.0857212238950946E-6</c:v>
                </c:pt>
                <c:pt idx="243">
                  <c:v>1.0966893313906428E-4</c:v>
                </c:pt>
                <c:pt idx="244">
                  <c:v>2.8706087097296422E-5</c:v>
                </c:pt>
                <c:pt idx="245">
                  <c:v>3.5030759268253198E-5</c:v>
                </c:pt>
                <c:pt idx="246">
                  <c:v>3.5030759268253198E-5</c:v>
                </c:pt>
                <c:pt idx="247">
                  <c:v>3.5030759268253198E-5</c:v>
                </c:pt>
                <c:pt idx="248">
                  <c:v>3.5030759268253198E-5</c:v>
                </c:pt>
                <c:pt idx="249">
                  <c:v>4.8304192973935568E-5</c:v>
                </c:pt>
                <c:pt idx="250">
                  <c:v>4.8304192973935568E-5</c:v>
                </c:pt>
                <c:pt idx="251">
                  <c:v>4.8304192973935568E-5</c:v>
                </c:pt>
                <c:pt idx="252">
                  <c:v>4.8304192973935568E-5</c:v>
                </c:pt>
                <c:pt idx="253">
                  <c:v>7.4749069127408129E-5</c:v>
                </c:pt>
                <c:pt idx="254">
                  <c:v>8.7611299983810916E-5</c:v>
                </c:pt>
                <c:pt idx="255">
                  <c:v>9.3653877286708752E-5</c:v>
                </c:pt>
                <c:pt idx="256">
                  <c:v>1.141654524850251E-4</c:v>
                </c:pt>
                <c:pt idx="257">
                  <c:v>3.1495062327990936E-5</c:v>
                </c:pt>
                <c:pt idx="258">
                  <c:v>6.9463331714424492E-5</c:v>
                </c:pt>
                <c:pt idx="259">
                  <c:v>6.1449732880038856E-5</c:v>
                </c:pt>
                <c:pt idx="260">
                  <c:v>1.0082564351627004E-4</c:v>
                </c:pt>
                <c:pt idx="261">
                  <c:v>2.0149749069127407E-6</c:v>
                </c:pt>
                <c:pt idx="262">
                  <c:v>2.0496195564189735E-5</c:v>
                </c:pt>
                <c:pt idx="263">
                  <c:v>5.0643516270033996E-5</c:v>
                </c:pt>
                <c:pt idx="264">
                  <c:v>8.2446980734984614E-5</c:v>
                </c:pt>
                <c:pt idx="265">
                  <c:v>1.169621175327829E-4</c:v>
                </c:pt>
                <c:pt idx="266">
                  <c:v>8.3317144244779019E-5</c:v>
                </c:pt>
                <c:pt idx="267">
                  <c:v>8.3317144244779019E-5</c:v>
                </c:pt>
                <c:pt idx="268">
                  <c:v>5.3245912255140043E-5</c:v>
                </c:pt>
                <c:pt idx="269">
                  <c:v>6.456613242674438E-5</c:v>
                </c:pt>
                <c:pt idx="270">
                  <c:v>2.0743888619070747E-5</c:v>
                </c:pt>
                <c:pt idx="271">
                  <c:v>9.6122713291241717E-5</c:v>
                </c:pt>
                <c:pt idx="272">
                  <c:v>6.2016350979439858E-5</c:v>
                </c:pt>
                <c:pt idx="273">
                  <c:v>7.6469159786304023E-5</c:v>
                </c:pt>
                <c:pt idx="274">
                  <c:v>9.5483244293346288E-5</c:v>
                </c:pt>
                <c:pt idx="275">
                  <c:v>9.5483244293346288E-5</c:v>
                </c:pt>
                <c:pt idx="276">
                  <c:v>9.5483244293346288E-5</c:v>
                </c:pt>
                <c:pt idx="277">
                  <c:v>7.0956775133559989E-5</c:v>
                </c:pt>
                <c:pt idx="278">
                  <c:v>4.999190545572284E-5</c:v>
                </c:pt>
                <c:pt idx="279">
                  <c:v>4.999190545572284E-5</c:v>
                </c:pt>
                <c:pt idx="280">
                  <c:v>4.6195564189736117E-6</c:v>
                </c:pt>
                <c:pt idx="281">
                  <c:v>5.7544115266310511E-5</c:v>
                </c:pt>
                <c:pt idx="282">
                  <c:v>5.7544115266310511E-5</c:v>
                </c:pt>
                <c:pt idx="283">
                  <c:v>5.7544115266310511E-5</c:v>
                </c:pt>
                <c:pt idx="284">
                  <c:v>5.7544115266310511E-5</c:v>
                </c:pt>
                <c:pt idx="285">
                  <c:v>5.7544115266310511E-5</c:v>
                </c:pt>
                <c:pt idx="286">
                  <c:v>1.0175651610814311E-4</c:v>
                </c:pt>
                <c:pt idx="287">
                  <c:v>3.3252792617775626E-5</c:v>
                </c:pt>
                <c:pt idx="288">
                  <c:v>8.2803140683179529E-5</c:v>
                </c:pt>
                <c:pt idx="289">
                  <c:v>6.4396146996924071E-5</c:v>
                </c:pt>
                <c:pt idx="290">
                  <c:v>4.2354702930225032E-6</c:v>
                </c:pt>
                <c:pt idx="291">
                  <c:v>7.6266796179375105E-5</c:v>
                </c:pt>
                <c:pt idx="292">
                  <c:v>7.6266796179375105E-5</c:v>
                </c:pt>
                <c:pt idx="293">
                  <c:v>1.1289056176137284E-4</c:v>
                </c:pt>
                <c:pt idx="294">
                  <c:v>4.4722357131293508E-5</c:v>
                </c:pt>
                <c:pt idx="295">
                  <c:v>4.4722357131293508E-5</c:v>
                </c:pt>
                <c:pt idx="296">
                  <c:v>4.4722357131293508E-5</c:v>
                </c:pt>
                <c:pt idx="297">
                  <c:v>7.8338999514327337E-5</c:v>
                </c:pt>
                <c:pt idx="298">
                  <c:v>7.8338999514327337E-5</c:v>
                </c:pt>
                <c:pt idx="299">
                  <c:v>1.1361907074631699E-4</c:v>
                </c:pt>
                <c:pt idx="300">
                  <c:v>1.1977092439695646E-4</c:v>
                </c:pt>
                <c:pt idx="301">
                  <c:v>1.329245588473369E-4</c:v>
                </c:pt>
                <c:pt idx="302">
                  <c:v>6.9524040796503159E-5</c:v>
                </c:pt>
                <c:pt idx="303">
                  <c:v>6.9524040796503159E-5</c:v>
                </c:pt>
                <c:pt idx="304">
                  <c:v>6.9524040796503159E-5</c:v>
                </c:pt>
                <c:pt idx="305">
                  <c:v>1.279504613890238E-4</c:v>
                </c:pt>
                <c:pt idx="306">
                  <c:v>2.7646106524202688E-4</c:v>
                </c:pt>
                <c:pt idx="307">
                  <c:v>2.7646106524202688E-4</c:v>
                </c:pt>
                <c:pt idx="308">
                  <c:v>1.6455399061032866E-4</c:v>
                </c:pt>
                <c:pt idx="309">
                  <c:v>1.4406669904484378E-4</c:v>
                </c:pt>
                <c:pt idx="310">
                  <c:v>1.8340213695968917E-5</c:v>
                </c:pt>
                <c:pt idx="311">
                  <c:v>1.8340213695968917E-5</c:v>
                </c:pt>
                <c:pt idx="312">
                  <c:v>9.6021531487777245E-5</c:v>
                </c:pt>
                <c:pt idx="313">
                  <c:v>5.4047272138578598E-5</c:v>
                </c:pt>
                <c:pt idx="314">
                  <c:v>5.4047272138578598E-5</c:v>
                </c:pt>
                <c:pt idx="315">
                  <c:v>5.4047272138578598E-5</c:v>
                </c:pt>
                <c:pt idx="316">
                  <c:v>6.6253844908531652E-5</c:v>
                </c:pt>
                <c:pt idx="317">
                  <c:v>1.6816011008580217E-4</c:v>
                </c:pt>
                <c:pt idx="318">
                  <c:v>1.6816011008580217E-4</c:v>
                </c:pt>
                <c:pt idx="319">
                  <c:v>1.3802816901408451E-6</c:v>
                </c:pt>
                <c:pt idx="320">
                  <c:v>1.0486886838271006E-4</c:v>
                </c:pt>
                <c:pt idx="321">
                  <c:v>1.0486886838271006E-4</c:v>
                </c:pt>
                <c:pt idx="322">
                  <c:v>3.1505585235551234E-5</c:v>
                </c:pt>
                <c:pt idx="323">
                  <c:v>3.0008903998704874E-5</c:v>
                </c:pt>
                <c:pt idx="324">
                  <c:v>3.0008903998704874E-5</c:v>
                </c:pt>
                <c:pt idx="325">
                  <c:v>1.7244212400841833E-4</c:v>
                </c:pt>
                <c:pt idx="326">
                  <c:v>3.5679536992067344E-5</c:v>
                </c:pt>
                <c:pt idx="327">
                  <c:v>3.5679536992067344E-5</c:v>
                </c:pt>
                <c:pt idx="328">
                  <c:v>6.0842642059252063E-5</c:v>
                </c:pt>
                <c:pt idx="329">
                  <c:v>1.4812611299983811E-4</c:v>
                </c:pt>
                <c:pt idx="330">
                  <c:v>1.4812611299983811E-4</c:v>
                </c:pt>
                <c:pt idx="331">
                  <c:v>1.4812611299983811E-4</c:v>
                </c:pt>
                <c:pt idx="332">
                  <c:v>1.4812611299983811E-4</c:v>
                </c:pt>
                <c:pt idx="333">
                  <c:v>2.6325481625384491E-5</c:v>
                </c:pt>
                <c:pt idx="334">
                  <c:v>2.6516108143111546E-4</c:v>
                </c:pt>
                <c:pt idx="335">
                  <c:v>2.9846608385947877E-4</c:v>
                </c:pt>
                <c:pt idx="336">
                  <c:v>3.5164319248826291E-4</c:v>
                </c:pt>
                <c:pt idx="337">
                  <c:v>1.0138821434353246E-4</c:v>
                </c:pt>
                <c:pt idx="338">
                  <c:v>1.0138821434353246E-4</c:v>
                </c:pt>
                <c:pt idx="339">
                  <c:v>6.8657924558847332E-5</c:v>
                </c:pt>
                <c:pt idx="340">
                  <c:v>1.594949004371054E-4</c:v>
                </c:pt>
                <c:pt idx="341">
                  <c:v>1.439857536020722E-4</c:v>
                </c:pt>
                <c:pt idx="342">
                  <c:v>1.439857536020722E-4</c:v>
                </c:pt>
                <c:pt idx="343">
                  <c:v>1.7816496681236847E-4</c:v>
                </c:pt>
                <c:pt idx="344">
                  <c:v>1.7816496681236847E-4</c:v>
                </c:pt>
                <c:pt idx="345">
                  <c:v>1.7816496681236847E-4</c:v>
                </c:pt>
                <c:pt idx="346">
                  <c:v>2.1482920511575198E-4</c:v>
                </c:pt>
                <c:pt idx="347">
                  <c:v>5.2278614214019753E-4</c:v>
                </c:pt>
                <c:pt idx="348">
                  <c:v>5.2278614214019753E-4</c:v>
                </c:pt>
                <c:pt idx="349">
                  <c:v>5.2278614214019753E-4</c:v>
                </c:pt>
                <c:pt idx="350">
                  <c:v>5.2278614214019753E-4</c:v>
                </c:pt>
                <c:pt idx="351">
                  <c:v>9.4718309859154933E-5</c:v>
                </c:pt>
                <c:pt idx="352">
                  <c:v>2.0928444228589929E-4</c:v>
                </c:pt>
                <c:pt idx="353">
                  <c:v>1.4287680103610169E-4</c:v>
                </c:pt>
                <c:pt idx="354">
                  <c:v>1.4287680103610169E-4</c:v>
                </c:pt>
                <c:pt idx="355">
                  <c:v>2.4598915331066864E-4</c:v>
                </c:pt>
                <c:pt idx="356">
                  <c:v>5.5241217419459283E-5</c:v>
                </c:pt>
                <c:pt idx="357">
                  <c:v>5.5241217419459283E-5</c:v>
                </c:pt>
                <c:pt idx="358">
                  <c:v>9.447547353084021E-5</c:v>
                </c:pt>
                <c:pt idx="359">
                  <c:v>3.0371944309535374E-4</c:v>
                </c:pt>
                <c:pt idx="360">
                  <c:v>3.0371944309535374E-4</c:v>
                </c:pt>
                <c:pt idx="361">
                  <c:v>3.0371944309535374E-4</c:v>
                </c:pt>
                <c:pt idx="362">
                  <c:v>3.0371944309535374E-4</c:v>
                </c:pt>
                <c:pt idx="363">
                  <c:v>8.5004856726566291E-5</c:v>
                </c:pt>
                <c:pt idx="364">
                  <c:v>3.884814634936053E-4</c:v>
                </c:pt>
                <c:pt idx="365">
                  <c:v>4.4309535373158494E-4</c:v>
                </c:pt>
                <c:pt idx="366">
                  <c:v>4.1618099401003725E-4</c:v>
                </c:pt>
                <c:pt idx="367">
                  <c:v>4.1618099401003725E-4</c:v>
                </c:pt>
                <c:pt idx="368">
                  <c:v>3.436983972802331E-4</c:v>
                </c:pt>
                <c:pt idx="369">
                  <c:v>3.436983972802331E-4</c:v>
                </c:pt>
                <c:pt idx="370">
                  <c:v>3.436983972802331E-4</c:v>
                </c:pt>
                <c:pt idx="371">
                  <c:v>8.1022340942204954E-5</c:v>
                </c:pt>
                <c:pt idx="372">
                  <c:v>8.1022340942204954E-5</c:v>
                </c:pt>
                <c:pt idx="373">
                  <c:v>8.1022340942204954E-5</c:v>
                </c:pt>
                <c:pt idx="374">
                  <c:v>8.1022340942204954E-5</c:v>
                </c:pt>
                <c:pt idx="375">
                  <c:v>8.1022340942204954E-5</c:v>
                </c:pt>
                <c:pt idx="376">
                  <c:v>8.1022340942204954E-5</c:v>
                </c:pt>
                <c:pt idx="377">
                  <c:v>8.1022340942204954E-5</c:v>
                </c:pt>
                <c:pt idx="378">
                  <c:v>8.1022340942204954E-5</c:v>
                </c:pt>
                <c:pt idx="379">
                  <c:v>8.1022340942204954E-5</c:v>
                </c:pt>
                <c:pt idx="380">
                  <c:v>4.2261615671037727E-4</c:v>
                </c:pt>
                <c:pt idx="381">
                  <c:v>4.8364902056014251E-4</c:v>
                </c:pt>
                <c:pt idx="382">
                  <c:v>4.8364902056014251E-4</c:v>
                </c:pt>
                <c:pt idx="383">
                  <c:v>4.8364902056014251E-4</c:v>
                </c:pt>
                <c:pt idx="384">
                  <c:v>3.7612514165452486E-4</c:v>
                </c:pt>
                <c:pt idx="385">
                  <c:v>6.6533106686093575E-4</c:v>
                </c:pt>
                <c:pt idx="386">
                  <c:v>4.2799902865468673E-4</c:v>
                </c:pt>
                <c:pt idx="387">
                  <c:v>4.7551400356159949E-4</c:v>
                </c:pt>
                <c:pt idx="388">
                  <c:v>4.3204630079326538E-5</c:v>
                </c:pt>
                <c:pt idx="389">
                  <c:v>9.0703415897684962E-4</c:v>
                </c:pt>
                <c:pt idx="390">
                  <c:v>3.8032216286223087E-5</c:v>
                </c:pt>
                <c:pt idx="391">
                  <c:v>1.8209486805892828E-4</c:v>
                </c:pt>
                <c:pt idx="392">
                  <c:v>4.2864659219685929E-4</c:v>
                </c:pt>
                <c:pt idx="393">
                  <c:v>4.2864659219685929E-4</c:v>
                </c:pt>
                <c:pt idx="394">
                  <c:v>4.2864659219685929E-4</c:v>
                </c:pt>
                <c:pt idx="395">
                  <c:v>3.7332038206248989E-4</c:v>
                </c:pt>
                <c:pt idx="396">
                  <c:v>2.3363687874372672E-4</c:v>
                </c:pt>
                <c:pt idx="397">
                  <c:v>1.5029545086611625E-4</c:v>
                </c:pt>
                <c:pt idx="398">
                  <c:v>1.5029545086611625E-4</c:v>
                </c:pt>
                <c:pt idx="399">
                  <c:v>1.5029545086611625E-4</c:v>
                </c:pt>
                <c:pt idx="400">
                  <c:v>1.5519265015379635E-5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23DE-4FEA-85D8-262164D9ECD5}"/>
            </c:ext>
          </c:extLst>
        </c:ser>
        <c:ser>
          <c:idx val="6"/>
          <c:order val="6"/>
          <c:tx>
            <c:v>IVL-5-1-P3</c:v>
          </c:tx>
          <c:spPr>
            <a:ln w="38100" cap="rnd" cmpd="sng" algn="ctr">
              <a:solidFill>
                <a:srgbClr val="FFC800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汇总!$JU$2:$JU$1000</c:f>
              <c:numCache>
                <c:formatCode>General</c:formatCode>
                <c:ptCount val="999"/>
                <c:pt idx="0">
                  <c:v>380</c:v>
                </c:pt>
                <c:pt idx="1">
                  <c:v>381</c:v>
                </c:pt>
                <c:pt idx="2">
                  <c:v>382</c:v>
                </c:pt>
                <c:pt idx="3">
                  <c:v>383</c:v>
                </c:pt>
                <c:pt idx="4">
                  <c:v>384</c:v>
                </c:pt>
                <c:pt idx="5">
                  <c:v>385</c:v>
                </c:pt>
                <c:pt idx="6">
                  <c:v>386</c:v>
                </c:pt>
                <c:pt idx="7">
                  <c:v>387</c:v>
                </c:pt>
                <c:pt idx="8">
                  <c:v>388</c:v>
                </c:pt>
                <c:pt idx="9">
                  <c:v>389</c:v>
                </c:pt>
                <c:pt idx="10">
                  <c:v>390</c:v>
                </c:pt>
                <c:pt idx="11">
                  <c:v>391</c:v>
                </c:pt>
                <c:pt idx="12">
                  <c:v>392</c:v>
                </c:pt>
                <c:pt idx="13">
                  <c:v>393</c:v>
                </c:pt>
                <c:pt idx="14">
                  <c:v>394</c:v>
                </c:pt>
                <c:pt idx="15">
                  <c:v>395</c:v>
                </c:pt>
                <c:pt idx="16">
                  <c:v>396</c:v>
                </c:pt>
                <c:pt idx="17">
                  <c:v>397</c:v>
                </c:pt>
                <c:pt idx="18">
                  <c:v>398</c:v>
                </c:pt>
                <c:pt idx="19">
                  <c:v>399</c:v>
                </c:pt>
                <c:pt idx="20">
                  <c:v>400</c:v>
                </c:pt>
                <c:pt idx="21">
                  <c:v>401</c:v>
                </c:pt>
                <c:pt idx="22">
                  <c:v>402</c:v>
                </c:pt>
                <c:pt idx="23">
                  <c:v>403</c:v>
                </c:pt>
                <c:pt idx="24">
                  <c:v>404</c:v>
                </c:pt>
                <c:pt idx="25">
                  <c:v>405</c:v>
                </c:pt>
                <c:pt idx="26">
                  <c:v>406</c:v>
                </c:pt>
                <c:pt idx="27">
                  <c:v>407</c:v>
                </c:pt>
                <c:pt idx="28">
                  <c:v>408</c:v>
                </c:pt>
                <c:pt idx="29">
                  <c:v>409</c:v>
                </c:pt>
                <c:pt idx="30">
                  <c:v>410</c:v>
                </c:pt>
                <c:pt idx="31">
                  <c:v>411</c:v>
                </c:pt>
                <c:pt idx="32">
                  <c:v>412</c:v>
                </c:pt>
                <c:pt idx="33">
                  <c:v>413</c:v>
                </c:pt>
                <c:pt idx="34">
                  <c:v>414</c:v>
                </c:pt>
                <c:pt idx="35">
                  <c:v>415</c:v>
                </c:pt>
                <c:pt idx="36">
                  <c:v>416</c:v>
                </c:pt>
                <c:pt idx="37">
                  <c:v>417</c:v>
                </c:pt>
                <c:pt idx="38">
                  <c:v>418</c:v>
                </c:pt>
                <c:pt idx="39">
                  <c:v>419</c:v>
                </c:pt>
                <c:pt idx="40">
                  <c:v>420</c:v>
                </c:pt>
                <c:pt idx="41">
                  <c:v>421</c:v>
                </c:pt>
                <c:pt idx="42">
                  <c:v>422</c:v>
                </c:pt>
                <c:pt idx="43">
                  <c:v>423</c:v>
                </c:pt>
                <c:pt idx="44">
                  <c:v>424</c:v>
                </c:pt>
                <c:pt idx="45">
                  <c:v>425</c:v>
                </c:pt>
                <c:pt idx="46">
                  <c:v>426</c:v>
                </c:pt>
                <c:pt idx="47">
                  <c:v>427</c:v>
                </c:pt>
                <c:pt idx="48">
                  <c:v>428</c:v>
                </c:pt>
                <c:pt idx="49">
                  <c:v>429</c:v>
                </c:pt>
                <c:pt idx="50">
                  <c:v>430</c:v>
                </c:pt>
                <c:pt idx="51">
                  <c:v>431</c:v>
                </c:pt>
                <c:pt idx="52">
                  <c:v>432</c:v>
                </c:pt>
                <c:pt idx="53">
                  <c:v>433</c:v>
                </c:pt>
                <c:pt idx="54">
                  <c:v>434</c:v>
                </c:pt>
                <c:pt idx="55">
                  <c:v>435</c:v>
                </c:pt>
                <c:pt idx="56">
                  <c:v>436</c:v>
                </c:pt>
                <c:pt idx="57">
                  <c:v>437</c:v>
                </c:pt>
                <c:pt idx="58">
                  <c:v>438</c:v>
                </c:pt>
                <c:pt idx="59">
                  <c:v>439</c:v>
                </c:pt>
                <c:pt idx="60">
                  <c:v>440</c:v>
                </c:pt>
                <c:pt idx="61">
                  <c:v>441</c:v>
                </c:pt>
                <c:pt idx="62">
                  <c:v>442</c:v>
                </c:pt>
                <c:pt idx="63">
                  <c:v>443</c:v>
                </c:pt>
                <c:pt idx="64">
                  <c:v>444</c:v>
                </c:pt>
                <c:pt idx="65">
                  <c:v>445</c:v>
                </c:pt>
                <c:pt idx="66">
                  <c:v>446</c:v>
                </c:pt>
                <c:pt idx="67">
                  <c:v>447</c:v>
                </c:pt>
                <c:pt idx="68">
                  <c:v>448</c:v>
                </c:pt>
                <c:pt idx="69">
                  <c:v>449</c:v>
                </c:pt>
                <c:pt idx="70">
                  <c:v>450</c:v>
                </c:pt>
                <c:pt idx="71">
                  <c:v>451</c:v>
                </c:pt>
                <c:pt idx="72">
                  <c:v>452</c:v>
                </c:pt>
                <c:pt idx="73">
                  <c:v>453</c:v>
                </c:pt>
                <c:pt idx="74">
                  <c:v>454</c:v>
                </c:pt>
                <c:pt idx="75">
                  <c:v>455</c:v>
                </c:pt>
                <c:pt idx="76">
                  <c:v>456</c:v>
                </c:pt>
                <c:pt idx="77">
                  <c:v>457</c:v>
                </c:pt>
                <c:pt idx="78">
                  <c:v>458</c:v>
                </c:pt>
                <c:pt idx="79">
                  <c:v>459</c:v>
                </c:pt>
                <c:pt idx="80">
                  <c:v>460</c:v>
                </c:pt>
                <c:pt idx="81">
                  <c:v>461</c:v>
                </c:pt>
                <c:pt idx="82">
                  <c:v>462</c:v>
                </c:pt>
                <c:pt idx="83">
                  <c:v>463</c:v>
                </c:pt>
                <c:pt idx="84">
                  <c:v>464</c:v>
                </c:pt>
                <c:pt idx="85">
                  <c:v>465</c:v>
                </c:pt>
                <c:pt idx="86">
                  <c:v>466</c:v>
                </c:pt>
                <c:pt idx="87">
                  <c:v>467</c:v>
                </c:pt>
                <c:pt idx="88">
                  <c:v>468</c:v>
                </c:pt>
                <c:pt idx="89">
                  <c:v>469</c:v>
                </c:pt>
                <c:pt idx="90">
                  <c:v>470</c:v>
                </c:pt>
                <c:pt idx="91">
                  <c:v>471</c:v>
                </c:pt>
                <c:pt idx="92">
                  <c:v>472</c:v>
                </c:pt>
                <c:pt idx="93">
                  <c:v>473</c:v>
                </c:pt>
                <c:pt idx="94">
                  <c:v>474</c:v>
                </c:pt>
                <c:pt idx="95">
                  <c:v>475</c:v>
                </c:pt>
                <c:pt idx="96">
                  <c:v>476</c:v>
                </c:pt>
                <c:pt idx="97">
                  <c:v>477</c:v>
                </c:pt>
                <c:pt idx="98">
                  <c:v>478</c:v>
                </c:pt>
                <c:pt idx="99">
                  <c:v>479</c:v>
                </c:pt>
                <c:pt idx="100">
                  <c:v>480</c:v>
                </c:pt>
                <c:pt idx="101">
                  <c:v>481</c:v>
                </c:pt>
                <c:pt idx="102">
                  <c:v>482</c:v>
                </c:pt>
                <c:pt idx="103">
                  <c:v>483</c:v>
                </c:pt>
                <c:pt idx="104">
                  <c:v>484</c:v>
                </c:pt>
                <c:pt idx="105">
                  <c:v>485</c:v>
                </c:pt>
                <c:pt idx="106">
                  <c:v>486</c:v>
                </c:pt>
                <c:pt idx="107">
                  <c:v>487</c:v>
                </c:pt>
                <c:pt idx="108">
                  <c:v>488</c:v>
                </c:pt>
                <c:pt idx="109">
                  <c:v>489</c:v>
                </c:pt>
                <c:pt idx="110">
                  <c:v>490</c:v>
                </c:pt>
                <c:pt idx="111">
                  <c:v>491</c:v>
                </c:pt>
                <c:pt idx="112">
                  <c:v>492</c:v>
                </c:pt>
                <c:pt idx="113">
                  <c:v>493</c:v>
                </c:pt>
                <c:pt idx="114">
                  <c:v>494</c:v>
                </c:pt>
                <c:pt idx="115">
                  <c:v>495</c:v>
                </c:pt>
                <c:pt idx="116">
                  <c:v>496</c:v>
                </c:pt>
                <c:pt idx="117">
                  <c:v>497</c:v>
                </c:pt>
                <c:pt idx="118">
                  <c:v>498</c:v>
                </c:pt>
                <c:pt idx="119">
                  <c:v>499</c:v>
                </c:pt>
                <c:pt idx="120">
                  <c:v>500</c:v>
                </c:pt>
                <c:pt idx="121">
                  <c:v>501</c:v>
                </c:pt>
                <c:pt idx="122">
                  <c:v>502</c:v>
                </c:pt>
                <c:pt idx="123">
                  <c:v>503</c:v>
                </c:pt>
                <c:pt idx="124">
                  <c:v>504</c:v>
                </c:pt>
                <c:pt idx="125">
                  <c:v>505</c:v>
                </c:pt>
                <c:pt idx="126">
                  <c:v>506</c:v>
                </c:pt>
                <c:pt idx="127">
                  <c:v>507</c:v>
                </c:pt>
                <c:pt idx="128">
                  <c:v>508</c:v>
                </c:pt>
                <c:pt idx="129">
                  <c:v>509</c:v>
                </c:pt>
                <c:pt idx="130">
                  <c:v>510</c:v>
                </c:pt>
                <c:pt idx="131">
                  <c:v>511</c:v>
                </c:pt>
                <c:pt idx="132">
                  <c:v>512</c:v>
                </c:pt>
                <c:pt idx="133">
                  <c:v>513</c:v>
                </c:pt>
                <c:pt idx="134">
                  <c:v>514</c:v>
                </c:pt>
                <c:pt idx="135">
                  <c:v>515</c:v>
                </c:pt>
                <c:pt idx="136">
                  <c:v>516</c:v>
                </c:pt>
                <c:pt idx="137">
                  <c:v>517</c:v>
                </c:pt>
                <c:pt idx="138">
                  <c:v>518</c:v>
                </c:pt>
                <c:pt idx="139">
                  <c:v>519</c:v>
                </c:pt>
                <c:pt idx="140">
                  <c:v>520</c:v>
                </c:pt>
                <c:pt idx="141">
                  <c:v>521</c:v>
                </c:pt>
                <c:pt idx="142">
                  <c:v>522</c:v>
                </c:pt>
                <c:pt idx="143">
                  <c:v>523</c:v>
                </c:pt>
                <c:pt idx="144">
                  <c:v>524</c:v>
                </c:pt>
                <c:pt idx="145">
                  <c:v>525</c:v>
                </c:pt>
                <c:pt idx="146">
                  <c:v>526</c:v>
                </c:pt>
                <c:pt idx="147">
                  <c:v>527</c:v>
                </c:pt>
                <c:pt idx="148">
                  <c:v>528</c:v>
                </c:pt>
                <c:pt idx="149">
                  <c:v>529</c:v>
                </c:pt>
                <c:pt idx="150">
                  <c:v>530</c:v>
                </c:pt>
                <c:pt idx="151">
                  <c:v>531</c:v>
                </c:pt>
                <c:pt idx="152">
                  <c:v>532</c:v>
                </c:pt>
                <c:pt idx="153">
                  <c:v>533</c:v>
                </c:pt>
                <c:pt idx="154">
                  <c:v>534</c:v>
                </c:pt>
                <c:pt idx="155">
                  <c:v>535</c:v>
                </c:pt>
                <c:pt idx="156">
                  <c:v>536</c:v>
                </c:pt>
                <c:pt idx="157">
                  <c:v>537</c:v>
                </c:pt>
                <c:pt idx="158">
                  <c:v>538</c:v>
                </c:pt>
                <c:pt idx="159">
                  <c:v>539</c:v>
                </c:pt>
                <c:pt idx="160">
                  <c:v>540</c:v>
                </c:pt>
                <c:pt idx="161">
                  <c:v>541</c:v>
                </c:pt>
                <c:pt idx="162">
                  <c:v>542</c:v>
                </c:pt>
                <c:pt idx="163">
                  <c:v>543</c:v>
                </c:pt>
                <c:pt idx="164">
                  <c:v>544</c:v>
                </c:pt>
                <c:pt idx="165">
                  <c:v>545</c:v>
                </c:pt>
                <c:pt idx="166">
                  <c:v>546</c:v>
                </c:pt>
                <c:pt idx="167">
                  <c:v>547</c:v>
                </c:pt>
                <c:pt idx="168">
                  <c:v>548</c:v>
                </c:pt>
                <c:pt idx="169">
                  <c:v>549</c:v>
                </c:pt>
                <c:pt idx="170">
                  <c:v>550</c:v>
                </c:pt>
                <c:pt idx="171">
                  <c:v>551</c:v>
                </c:pt>
                <c:pt idx="172">
                  <c:v>552</c:v>
                </c:pt>
                <c:pt idx="173">
                  <c:v>553</c:v>
                </c:pt>
                <c:pt idx="174">
                  <c:v>554</c:v>
                </c:pt>
                <c:pt idx="175">
                  <c:v>555</c:v>
                </c:pt>
                <c:pt idx="176">
                  <c:v>556</c:v>
                </c:pt>
                <c:pt idx="177">
                  <c:v>557</c:v>
                </c:pt>
                <c:pt idx="178">
                  <c:v>558</c:v>
                </c:pt>
                <c:pt idx="179">
                  <c:v>559</c:v>
                </c:pt>
                <c:pt idx="180">
                  <c:v>560</c:v>
                </c:pt>
                <c:pt idx="181">
                  <c:v>561</c:v>
                </c:pt>
                <c:pt idx="182">
                  <c:v>562</c:v>
                </c:pt>
                <c:pt idx="183">
                  <c:v>563</c:v>
                </c:pt>
                <c:pt idx="184">
                  <c:v>564</c:v>
                </c:pt>
                <c:pt idx="185">
                  <c:v>565</c:v>
                </c:pt>
                <c:pt idx="186">
                  <c:v>566</c:v>
                </c:pt>
                <c:pt idx="187">
                  <c:v>567</c:v>
                </c:pt>
                <c:pt idx="188">
                  <c:v>568</c:v>
                </c:pt>
                <c:pt idx="189">
                  <c:v>569</c:v>
                </c:pt>
                <c:pt idx="190">
                  <c:v>570</c:v>
                </c:pt>
                <c:pt idx="191">
                  <c:v>571</c:v>
                </c:pt>
                <c:pt idx="192">
                  <c:v>572</c:v>
                </c:pt>
                <c:pt idx="193">
                  <c:v>573</c:v>
                </c:pt>
                <c:pt idx="194">
                  <c:v>574</c:v>
                </c:pt>
                <c:pt idx="195">
                  <c:v>575</c:v>
                </c:pt>
                <c:pt idx="196">
                  <c:v>576</c:v>
                </c:pt>
                <c:pt idx="197">
                  <c:v>577</c:v>
                </c:pt>
                <c:pt idx="198">
                  <c:v>578</c:v>
                </c:pt>
                <c:pt idx="199">
                  <c:v>579</c:v>
                </c:pt>
                <c:pt idx="200">
                  <c:v>580</c:v>
                </c:pt>
                <c:pt idx="201">
                  <c:v>581</c:v>
                </c:pt>
                <c:pt idx="202">
                  <c:v>582</c:v>
                </c:pt>
                <c:pt idx="203">
                  <c:v>583</c:v>
                </c:pt>
                <c:pt idx="204">
                  <c:v>584</c:v>
                </c:pt>
                <c:pt idx="205">
                  <c:v>585</c:v>
                </c:pt>
                <c:pt idx="206">
                  <c:v>586</c:v>
                </c:pt>
                <c:pt idx="207">
                  <c:v>587</c:v>
                </c:pt>
                <c:pt idx="208">
                  <c:v>588</c:v>
                </c:pt>
                <c:pt idx="209">
                  <c:v>589</c:v>
                </c:pt>
                <c:pt idx="210">
                  <c:v>590</c:v>
                </c:pt>
                <c:pt idx="211">
                  <c:v>591</c:v>
                </c:pt>
                <c:pt idx="212">
                  <c:v>592</c:v>
                </c:pt>
                <c:pt idx="213">
                  <c:v>593</c:v>
                </c:pt>
                <c:pt idx="214">
                  <c:v>594</c:v>
                </c:pt>
                <c:pt idx="215">
                  <c:v>595</c:v>
                </c:pt>
                <c:pt idx="216">
                  <c:v>596</c:v>
                </c:pt>
                <c:pt idx="217">
                  <c:v>597</c:v>
                </c:pt>
                <c:pt idx="218">
                  <c:v>598</c:v>
                </c:pt>
                <c:pt idx="219">
                  <c:v>599</c:v>
                </c:pt>
                <c:pt idx="220">
                  <c:v>600</c:v>
                </c:pt>
                <c:pt idx="221">
                  <c:v>601</c:v>
                </c:pt>
                <c:pt idx="222">
                  <c:v>602</c:v>
                </c:pt>
                <c:pt idx="223">
                  <c:v>603</c:v>
                </c:pt>
                <c:pt idx="224">
                  <c:v>604</c:v>
                </c:pt>
                <c:pt idx="225">
                  <c:v>605</c:v>
                </c:pt>
                <c:pt idx="226">
                  <c:v>606</c:v>
                </c:pt>
                <c:pt idx="227">
                  <c:v>607</c:v>
                </c:pt>
                <c:pt idx="228">
                  <c:v>608</c:v>
                </c:pt>
                <c:pt idx="229">
                  <c:v>609</c:v>
                </c:pt>
                <c:pt idx="230">
                  <c:v>610</c:v>
                </c:pt>
                <c:pt idx="231">
                  <c:v>611</c:v>
                </c:pt>
                <c:pt idx="232">
                  <c:v>612</c:v>
                </c:pt>
                <c:pt idx="233">
                  <c:v>613</c:v>
                </c:pt>
                <c:pt idx="234">
                  <c:v>614</c:v>
                </c:pt>
                <c:pt idx="235">
                  <c:v>615</c:v>
                </c:pt>
                <c:pt idx="236">
                  <c:v>616</c:v>
                </c:pt>
                <c:pt idx="237">
                  <c:v>617</c:v>
                </c:pt>
                <c:pt idx="238">
                  <c:v>618</c:v>
                </c:pt>
                <c:pt idx="239">
                  <c:v>619</c:v>
                </c:pt>
                <c:pt idx="240">
                  <c:v>620</c:v>
                </c:pt>
                <c:pt idx="241">
                  <c:v>621</c:v>
                </c:pt>
                <c:pt idx="242">
                  <c:v>622</c:v>
                </c:pt>
                <c:pt idx="243">
                  <c:v>623</c:v>
                </c:pt>
                <c:pt idx="244">
                  <c:v>624</c:v>
                </c:pt>
                <c:pt idx="245">
                  <c:v>625</c:v>
                </c:pt>
                <c:pt idx="246">
                  <c:v>626</c:v>
                </c:pt>
                <c:pt idx="247">
                  <c:v>627</c:v>
                </c:pt>
                <c:pt idx="248">
                  <c:v>628</c:v>
                </c:pt>
                <c:pt idx="249">
                  <c:v>629</c:v>
                </c:pt>
                <c:pt idx="250">
                  <c:v>630</c:v>
                </c:pt>
                <c:pt idx="251">
                  <c:v>631</c:v>
                </c:pt>
                <c:pt idx="252">
                  <c:v>632</c:v>
                </c:pt>
                <c:pt idx="253">
                  <c:v>633</c:v>
                </c:pt>
                <c:pt idx="254">
                  <c:v>634</c:v>
                </c:pt>
                <c:pt idx="255">
                  <c:v>635</c:v>
                </c:pt>
                <c:pt idx="256">
                  <c:v>636</c:v>
                </c:pt>
                <c:pt idx="257">
                  <c:v>637</c:v>
                </c:pt>
                <c:pt idx="258">
                  <c:v>638</c:v>
                </c:pt>
                <c:pt idx="259">
                  <c:v>639</c:v>
                </c:pt>
                <c:pt idx="260">
                  <c:v>640</c:v>
                </c:pt>
                <c:pt idx="261">
                  <c:v>641</c:v>
                </c:pt>
                <c:pt idx="262">
                  <c:v>642</c:v>
                </c:pt>
                <c:pt idx="263">
                  <c:v>643</c:v>
                </c:pt>
                <c:pt idx="264">
                  <c:v>644</c:v>
                </c:pt>
                <c:pt idx="265">
                  <c:v>645</c:v>
                </c:pt>
                <c:pt idx="266">
                  <c:v>646</c:v>
                </c:pt>
                <c:pt idx="267">
                  <c:v>647</c:v>
                </c:pt>
                <c:pt idx="268">
                  <c:v>648</c:v>
                </c:pt>
                <c:pt idx="269">
                  <c:v>649</c:v>
                </c:pt>
                <c:pt idx="270">
                  <c:v>650</c:v>
                </c:pt>
                <c:pt idx="271">
                  <c:v>651</c:v>
                </c:pt>
                <c:pt idx="272">
                  <c:v>652</c:v>
                </c:pt>
                <c:pt idx="273">
                  <c:v>653</c:v>
                </c:pt>
                <c:pt idx="274">
                  <c:v>654</c:v>
                </c:pt>
                <c:pt idx="275">
                  <c:v>655</c:v>
                </c:pt>
                <c:pt idx="276">
                  <c:v>656</c:v>
                </c:pt>
                <c:pt idx="277">
                  <c:v>657</c:v>
                </c:pt>
                <c:pt idx="278">
                  <c:v>658</c:v>
                </c:pt>
                <c:pt idx="279">
                  <c:v>659</c:v>
                </c:pt>
                <c:pt idx="280">
                  <c:v>660</c:v>
                </c:pt>
                <c:pt idx="281">
                  <c:v>661</c:v>
                </c:pt>
                <c:pt idx="282">
                  <c:v>662</c:v>
                </c:pt>
                <c:pt idx="283">
                  <c:v>663</c:v>
                </c:pt>
                <c:pt idx="284">
                  <c:v>664</c:v>
                </c:pt>
                <c:pt idx="285">
                  <c:v>665</c:v>
                </c:pt>
                <c:pt idx="286">
                  <c:v>666</c:v>
                </c:pt>
                <c:pt idx="287">
                  <c:v>667</c:v>
                </c:pt>
                <c:pt idx="288">
                  <c:v>668</c:v>
                </c:pt>
                <c:pt idx="289">
                  <c:v>669</c:v>
                </c:pt>
                <c:pt idx="290">
                  <c:v>670</c:v>
                </c:pt>
                <c:pt idx="291">
                  <c:v>671</c:v>
                </c:pt>
                <c:pt idx="292">
                  <c:v>672</c:v>
                </c:pt>
                <c:pt idx="293">
                  <c:v>673</c:v>
                </c:pt>
                <c:pt idx="294">
                  <c:v>674</c:v>
                </c:pt>
                <c:pt idx="295">
                  <c:v>675</c:v>
                </c:pt>
                <c:pt idx="296">
                  <c:v>676</c:v>
                </c:pt>
                <c:pt idx="297">
                  <c:v>677</c:v>
                </c:pt>
                <c:pt idx="298">
                  <c:v>678</c:v>
                </c:pt>
                <c:pt idx="299">
                  <c:v>679</c:v>
                </c:pt>
                <c:pt idx="300">
                  <c:v>680</c:v>
                </c:pt>
                <c:pt idx="301">
                  <c:v>681</c:v>
                </c:pt>
                <c:pt idx="302">
                  <c:v>682</c:v>
                </c:pt>
                <c:pt idx="303">
                  <c:v>683</c:v>
                </c:pt>
                <c:pt idx="304">
                  <c:v>684</c:v>
                </c:pt>
                <c:pt idx="305">
                  <c:v>685</c:v>
                </c:pt>
                <c:pt idx="306">
                  <c:v>686</c:v>
                </c:pt>
                <c:pt idx="307">
                  <c:v>687</c:v>
                </c:pt>
                <c:pt idx="308">
                  <c:v>688</c:v>
                </c:pt>
                <c:pt idx="309">
                  <c:v>689</c:v>
                </c:pt>
                <c:pt idx="310">
                  <c:v>690</c:v>
                </c:pt>
                <c:pt idx="311">
                  <c:v>691</c:v>
                </c:pt>
                <c:pt idx="312">
                  <c:v>692</c:v>
                </c:pt>
                <c:pt idx="313">
                  <c:v>693</c:v>
                </c:pt>
                <c:pt idx="314">
                  <c:v>694</c:v>
                </c:pt>
                <c:pt idx="315">
                  <c:v>695</c:v>
                </c:pt>
                <c:pt idx="316">
                  <c:v>696</c:v>
                </c:pt>
                <c:pt idx="317">
                  <c:v>697</c:v>
                </c:pt>
                <c:pt idx="318">
                  <c:v>698</c:v>
                </c:pt>
                <c:pt idx="319">
                  <c:v>699</c:v>
                </c:pt>
                <c:pt idx="320">
                  <c:v>700</c:v>
                </c:pt>
                <c:pt idx="321">
                  <c:v>701</c:v>
                </c:pt>
                <c:pt idx="322">
                  <c:v>702</c:v>
                </c:pt>
                <c:pt idx="323">
                  <c:v>703</c:v>
                </c:pt>
                <c:pt idx="324">
                  <c:v>704</c:v>
                </c:pt>
                <c:pt idx="325">
                  <c:v>705</c:v>
                </c:pt>
                <c:pt idx="326">
                  <c:v>706</c:v>
                </c:pt>
                <c:pt idx="327">
                  <c:v>707</c:v>
                </c:pt>
                <c:pt idx="328">
                  <c:v>708</c:v>
                </c:pt>
                <c:pt idx="329">
                  <c:v>709</c:v>
                </c:pt>
                <c:pt idx="330">
                  <c:v>710</c:v>
                </c:pt>
                <c:pt idx="331">
                  <c:v>711</c:v>
                </c:pt>
                <c:pt idx="332">
                  <c:v>712</c:v>
                </c:pt>
                <c:pt idx="333">
                  <c:v>713</c:v>
                </c:pt>
                <c:pt idx="334">
                  <c:v>714</c:v>
                </c:pt>
                <c:pt idx="335">
                  <c:v>715</c:v>
                </c:pt>
                <c:pt idx="336">
                  <c:v>716</c:v>
                </c:pt>
                <c:pt idx="337">
                  <c:v>717</c:v>
                </c:pt>
                <c:pt idx="338">
                  <c:v>718</c:v>
                </c:pt>
                <c:pt idx="339">
                  <c:v>719</c:v>
                </c:pt>
                <c:pt idx="340">
                  <c:v>720</c:v>
                </c:pt>
                <c:pt idx="341">
                  <c:v>721</c:v>
                </c:pt>
                <c:pt idx="342">
                  <c:v>722</c:v>
                </c:pt>
                <c:pt idx="343">
                  <c:v>723</c:v>
                </c:pt>
                <c:pt idx="344">
                  <c:v>724</c:v>
                </c:pt>
                <c:pt idx="345">
                  <c:v>725</c:v>
                </c:pt>
                <c:pt idx="346">
                  <c:v>726</c:v>
                </c:pt>
                <c:pt idx="347">
                  <c:v>727</c:v>
                </c:pt>
                <c:pt idx="348">
                  <c:v>728</c:v>
                </c:pt>
                <c:pt idx="349">
                  <c:v>729</c:v>
                </c:pt>
                <c:pt idx="350">
                  <c:v>730</c:v>
                </c:pt>
                <c:pt idx="351">
                  <c:v>731</c:v>
                </c:pt>
                <c:pt idx="352">
                  <c:v>732</c:v>
                </c:pt>
                <c:pt idx="353">
                  <c:v>733</c:v>
                </c:pt>
                <c:pt idx="354">
                  <c:v>734</c:v>
                </c:pt>
                <c:pt idx="355">
                  <c:v>735</c:v>
                </c:pt>
                <c:pt idx="356">
                  <c:v>736</c:v>
                </c:pt>
                <c:pt idx="357">
                  <c:v>737</c:v>
                </c:pt>
                <c:pt idx="358">
                  <c:v>738</c:v>
                </c:pt>
                <c:pt idx="359">
                  <c:v>739</c:v>
                </c:pt>
                <c:pt idx="360">
                  <c:v>740</c:v>
                </c:pt>
                <c:pt idx="361">
                  <c:v>741</c:v>
                </c:pt>
                <c:pt idx="362">
                  <c:v>742</c:v>
                </c:pt>
                <c:pt idx="363">
                  <c:v>743</c:v>
                </c:pt>
                <c:pt idx="364">
                  <c:v>744</c:v>
                </c:pt>
                <c:pt idx="365">
                  <c:v>745</c:v>
                </c:pt>
                <c:pt idx="366">
                  <c:v>746</c:v>
                </c:pt>
                <c:pt idx="367">
                  <c:v>747</c:v>
                </c:pt>
                <c:pt idx="368">
                  <c:v>748</c:v>
                </c:pt>
                <c:pt idx="369">
                  <c:v>749</c:v>
                </c:pt>
                <c:pt idx="370">
                  <c:v>750</c:v>
                </c:pt>
                <c:pt idx="371">
                  <c:v>751</c:v>
                </c:pt>
                <c:pt idx="372">
                  <c:v>752</c:v>
                </c:pt>
                <c:pt idx="373">
                  <c:v>753</c:v>
                </c:pt>
                <c:pt idx="374">
                  <c:v>754</c:v>
                </c:pt>
                <c:pt idx="375">
                  <c:v>755</c:v>
                </c:pt>
                <c:pt idx="376">
                  <c:v>756</c:v>
                </c:pt>
                <c:pt idx="377">
                  <c:v>757</c:v>
                </c:pt>
                <c:pt idx="378">
                  <c:v>758</c:v>
                </c:pt>
                <c:pt idx="379">
                  <c:v>759</c:v>
                </c:pt>
                <c:pt idx="380">
                  <c:v>760</c:v>
                </c:pt>
                <c:pt idx="381">
                  <c:v>761</c:v>
                </c:pt>
                <c:pt idx="382">
                  <c:v>762</c:v>
                </c:pt>
                <c:pt idx="383">
                  <c:v>763</c:v>
                </c:pt>
                <c:pt idx="384">
                  <c:v>764</c:v>
                </c:pt>
                <c:pt idx="385">
                  <c:v>765</c:v>
                </c:pt>
                <c:pt idx="386">
                  <c:v>766</c:v>
                </c:pt>
                <c:pt idx="387">
                  <c:v>767</c:v>
                </c:pt>
                <c:pt idx="388">
                  <c:v>768</c:v>
                </c:pt>
                <c:pt idx="389">
                  <c:v>769</c:v>
                </c:pt>
                <c:pt idx="390">
                  <c:v>770</c:v>
                </c:pt>
                <c:pt idx="391">
                  <c:v>771</c:v>
                </c:pt>
                <c:pt idx="392">
                  <c:v>772</c:v>
                </c:pt>
                <c:pt idx="393">
                  <c:v>773</c:v>
                </c:pt>
                <c:pt idx="394">
                  <c:v>774</c:v>
                </c:pt>
                <c:pt idx="395">
                  <c:v>775</c:v>
                </c:pt>
                <c:pt idx="396">
                  <c:v>776</c:v>
                </c:pt>
                <c:pt idx="397">
                  <c:v>777</c:v>
                </c:pt>
                <c:pt idx="398">
                  <c:v>778</c:v>
                </c:pt>
                <c:pt idx="399">
                  <c:v>779</c:v>
                </c:pt>
                <c:pt idx="400">
                  <c:v>780</c:v>
                </c:pt>
              </c:numCache>
            </c:numRef>
          </c:xVal>
          <c:yVal>
            <c:numRef>
              <c:f>汇总!$JV$2:$JV$1000</c:f>
              <c:numCache>
                <c:formatCode>General</c:formatCode>
                <c:ptCount val="999"/>
                <c:pt idx="0">
                  <c:v>6.017431859016018E-4</c:v>
                </c:pt>
                <c:pt idx="1">
                  <c:v>6.017431859016018E-4</c:v>
                </c:pt>
                <c:pt idx="2">
                  <c:v>6.017431859016018E-4</c:v>
                </c:pt>
                <c:pt idx="3">
                  <c:v>6.017431859016018E-4</c:v>
                </c:pt>
                <c:pt idx="4">
                  <c:v>8.171183913758171E-4</c:v>
                </c:pt>
                <c:pt idx="5">
                  <c:v>3.9753048663939756E-4</c:v>
                </c:pt>
                <c:pt idx="6">
                  <c:v>1.0123857945640124E-5</c:v>
                </c:pt>
                <c:pt idx="7">
                  <c:v>1.0123857945640124E-5</c:v>
                </c:pt>
                <c:pt idx="8">
                  <c:v>3.3660690393363664E-4</c:v>
                </c:pt>
                <c:pt idx="9">
                  <c:v>2.5716961657555718E-4</c:v>
                </c:pt>
                <c:pt idx="10">
                  <c:v>2.6239917428036241E-4</c:v>
                </c:pt>
                <c:pt idx="11">
                  <c:v>4.0425857257540425E-4</c:v>
                </c:pt>
                <c:pt idx="12">
                  <c:v>4.0272946213540275E-4</c:v>
                </c:pt>
                <c:pt idx="13">
                  <c:v>4.4684429832944687E-4</c:v>
                </c:pt>
                <c:pt idx="14">
                  <c:v>3.1380786727321384E-4</c:v>
                </c:pt>
                <c:pt idx="15">
                  <c:v>6.0583355632860589E-5</c:v>
                </c:pt>
                <c:pt idx="16">
                  <c:v>2.5075117550365074E-4</c:v>
                </c:pt>
                <c:pt idx="17">
                  <c:v>3.1851752742841853E-4</c:v>
                </c:pt>
                <c:pt idx="18">
                  <c:v>4.7486524714247488E-4</c:v>
                </c:pt>
                <c:pt idx="19">
                  <c:v>4.017737681104018E-5</c:v>
                </c:pt>
                <c:pt idx="20">
                  <c:v>2.3122825796093122E-4</c:v>
                </c:pt>
                <c:pt idx="21">
                  <c:v>3.171757330173172E-4</c:v>
                </c:pt>
                <c:pt idx="22">
                  <c:v>3.435949386444436E-4</c:v>
                </c:pt>
                <c:pt idx="23">
                  <c:v>2.8119576436408123E-4</c:v>
                </c:pt>
                <c:pt idx="24">
                  <c:v>6.9891815436369899E-4</c:v>
                </c:pt>
                <c:pt idx="25">
                  <c:v>3.2127374899652128E-4</c:v>
                </c:pt>
                <c:pt idx="26">
                  <c:v>2.0702243969570702E-4</c:v>
                </c:pt>
                <c:pt idx="27">
                  <c:v>5.3652662563553649E-4</c:v>
                </c:pt>
                <c:pt idx="28">
                  <c:v>4.0854008180740855E-4</c:v>
                </c:pt>
                <c:pt idx="29">
                  <c:v>3.1124278451011126E-4</c:v>
                </c:pt>
                <c:pt idx="30">
                  <c:v>3.3204633204633207E-4</c:v>
                </c:pt>
                <c:pt idx="31">
                  <c:v>3.0040139149050039E-4</c:v>
                </c:pt>
                <c:pt idx="32">
                  <c:v>1.8731985167628733E-4</c:v>
                </c:pt>
                <c:pt idx="33">
                  <c:v>1.8283191253488283E-4</c:v>
                </c:pt>
                <c:pt idx="34">
                  <c:v>4.667227340494667E-4</c:v>
                </c:pt>
                <c:pt idx="35">
                  <c:v>3.0789785542260792E-4</c:v>
                </c:pt>
                <c:pt idx="36">
                  <c:v>6.0147559157460156E-4</c:v>
                </c:pt>
                <c:pt idx="37">
                  <c:v>7.1485913070071488E-4</c:v>
                </c:pt>
                <c:pt idx="38">
                  <c:v>5.7486906991857493E-4</c:v>
                </c:pt>
                <c:pt idx="39">
                  <c:v>5.3423295997553433E-4</c:v>
                </c:pt>
                <c:pt idx="40">
                  <c:v>5.0869681562750867E-4</c:v>
                </c:pt>
                <c:pt idx="41">
                  <c:v>4.3380863182843386E-4</c:v>
                </c:pt>
                <c:pt idx="42">
                  <c:v>8.4781528345884789E-4</c:v>
                </c:pt>
                <c:pt idx="43">
                  <c:v>7.2686264765472683E-4</c:v>
                </c:pt>
                <c:pt idx="44">
                  <c:v>7.4658817233074664E-4</c:v>
                </c:pt>
                <c:pt idx="45">
                  <c:v>7.2563935930272563E-4</c:v>
                </c:pt>
                <c:pt idx="46">
                  <c:v>1.0075690966780077E-3</c:v>
                </c:pt>
                <c:pt idx="47">
                  <c:v>1.133032608280133E-3</c:v>
                </c:pt>
                <c:pt idx="48">
                  <c:v>9.5573225276195572E-4</c:v>
                </c:pt>
                <c:pt idx="49">
                  <c:v>1.1821170534041822E-3</c:v>
                </c:pt>
                <c:pt idx="50">
                  <c:v>1.168011009595168E-3</c:v>
                </c:pt>
                <c:pt idx="51">
                  <c:v>1.2698115371382699E-3</c:v>
                </c:pt>
                <c:pt idx="52">
                  <c:v>1.414121334913414E-3</c:v>
                </c:pt>
                <c:pt idx="53">
                  <c:v>1.6947513284146949E-3</c:v>
                </c:pt>
                <c:pt idx="54">
                  <c:v>1.5815589280935816E-3</c:v>
                </c:pt>
                <c:pt idx="55">
                  <c:v>1.7773615199357775E-3</c:v>
                </c:pt>
                <c:pt idx="56">
                  <c:v>1.9488894835429488E-3</c:v>
                </c:pt>
                <c:pt idx="57">
                  <c:v>2.1834167972781837E-3</c:v>
                </c:pt>
                <c:pt idx="58">
                  <c:v>2.7783936694827783E-3</c:v>
                </c:pt>
                <c:pt idx="59">
                  <c:v>3.1250812339921252E-3</c:v>
                </c:pt>
                <c:pt idx="60">
                  <c:v>4.0517603883940519E-3</c:v>
                </c:pt>
                <c:pt idx="61">
                  <c:v>5.4069345158454067E-3</c:v>
                </c:pt>
                <c:pt idx="62">
                  <c:v>7.1722925188271724E-3</c:v>
                </c:pt>
                <c:pt idx="63">
                  <c:v>9.6525096525096523E-3</c:v>
                </c:pt>
                <c:pt idx="64">
                  <c:v>1.3441645322833443E-2</c:v>
                </c:pt>
                <c:pt idx="65">
                  <c:v>1.9502274551779504E-2</c:v>
                </c:pt>
                <c:pt idx="66">
                  <c:v>2.7821782178217826E-2</c:v>
                </c:pt>
                <c:pt idx="67">
                  <c:v>3.9581023739439586E-2</c:v>
                </c:pt>
                <c:pt idx="68">
                  <c:v>5.5873695477655881E-2</c:v>
                </c:pt>
                <c:pt idx="69">
                  <c:v>7.8225467334378226E-2</c:v>
                </c:pt>
                <c:pt idx="70">
                  <c:v>0.1096907374135097</c:v>
                </c:pt>
                <c:pt idx="71">
                  <c:v>0.14974578538934974</c:v>
                </c:pt>
                <c:pt idx="72">
                  <c:v>0.19834091517259836</c:v>
                </c:pt>
                <c:pt idx="73">
                  <c:v>0.2591268779387591</c:v>
                </c:pt>
                <c:pt idx="74">
                  <c:v>0.33367101188883369</c:v>
                </c:pt>
                <c:pt idx="75">
                  <c:v>0.4193585381704194</c:v>
                </c:pt>
                <c:pt idx="76">
                  <c:v>0.51466034634351465</c:v>
                </c:pt>
                <c:pt idx="77">
                  <c:v>0.61424366374861428</c:v>
                </c:pt>
                <c:pt idx="78">
                  <c:v>0.7135593868267136</c:v>
                </c:pt>
                <c:pt idx="79">
                  <c:v>0.81249283229481251</c:v>
                </c:pt>
                <c:pt idx="80">
                  <c:v>0.89384150770289383</c:v>
                </c:pt>
                <c:pt idx="81">
                  <c:v>0.95645858022095642</c:v>
                </c:pt>
                <c:pt idx="82">
                  <c:v>0.99529798539699521</c:v>
                </c:pt>
                <c:pt idx="83">
                  <c:v>1</c:v>
                </c:pt>
                <c:pt idx="84">
                  <c:v>0.97866890936197881</c:v>
                </c:pt>
                <c:pt idx="85">
                  <c:v>0.9313811690049314</c:v>
                </c:pt>
                <c:pt idx="86">
                  <c:v>0.86486486486486491</c:v>
                </c:pt>
                <c:pt idx="87">
                  <c:v>0.77674987575977683</c:v>
                </c:pt>
                <c:pt idx="88">
                  <c:v>0.6841622386176841</c:v>
                </c:pt>
                <c:pt idx="89">
                  <c:v>0.59581788294659588</c:v>
                </c:pt>
                <c:pt idx="90">
                  <c:v>0.51309300814251313</c:v>
                </c:pt>
                <c:pt idx="91">
                  <c:v>0.43594938644443598</c:v>
                </c:pt>
                <c:pt idx="92">
                  <c:v>0.36643220306586644</c:v>
                </c:pt>
                <c:pt idx="93">
                  <c:v>0.30776023548300774</c:v>
                </c:pt>
                <c:pt idx="94">
                  <c:v>0.25726900875415726</c:v>
                </c:pt>
                <c:pt idx="95">
                  <c:v>0.21794411101341796</c:v>
                </c:pt>
                <c:pt idx="96">
                  <c:v>0.18364616384418364</c:v>
                </c:pt>
                <c:pt idx="97">
                  <c:v>0.15684468060705686</c:v>
                </c:pt>
                <c:pt idx="98">
                  <c:v>0.13392713788753394</c:v>
                </c:pt>
                <c:pt idx="99">
                  <c:v>0.11531404105661532</c:v>
                </c:pt>
                <c:pt idx="100">
                  <c:v>9.9843266179899845E-2</c:v>
                </c:pt>
                <c:pt idx="101">
                  <c:v>8.7025497916587036E-2</c:v>
                </c:pt>
                <c:pt idx="102">
                  <c:v>7.6352307045376364E-2</c:v>
                </c:pt>
                <c:pt idx="103">
                  <c:v>6.7127948316067124E-2</c:v>
                </c:pt>
                <c:pt idx="104">
                  <c:v>5.9910547039259909E-2</c:v>
                </c:pt>
                <c:pt idx="105">
                  <c:v>5.3312435490653315E-2</c:v>
                </c:pt>
                <c:pt idx="106">
                  <c:v>4.7138652089147137E-2</c:v>
                </c:pt>
                <c:pt idx="107">
                  <c:v>4.2604839634542611E-2</c:v>
                </c:pt>
                <c:pt idx="108">
                  <c:v>3.7981191941587986E-2</c:v>
                </c:pt>
                <c:pt idx="109">
                  <c:v>3.4184792996674186E-2</c:v>
                </c:pt>
                <c:pt idx="110">
                  <c:v>3.0563477197140563E-2</c:v>
                </c:pt>
                <c:pt idx="111">
                  <c:v>2.7274742918307275E-2</c:v>
                </c:pt>
                <c:pt idx="112">
                  <c:v>2.4377843189724378E-2</c:v>
                </c:pt>
                <c:pt idx="113">
                  <c:v>2.148858901334149E-2</c:v>
                </c:pt>
                <c:pt idx="114">
                  <c:v>1.9136434879009137E-2</c:v>
                </c:pt>
                <c:pt idx="115">
                  <c:v>1.7085133223747086E-2</c:v>
                </c:pt>
                <c:pt idx="116">
                  <c:v>1.5034978401315034E-2</c:v>
                </c:pt>
                <c:pt idx="117">
                  <c:v>1.3501662907603502E-2</c:v>
                </c:pt>
                <c:pt idx="118">
                  <c:v>1.2188157039642189E-2</c:v>
                </c:pt>
                <c:pt idx="119">
                  <c:v>1.0517986161550519E-2</c:v>
                </c:pt>
                <c:pt idx="120">
                  <c:v>9.1505791505791505E-3</c:v>
                </c:pt>
                <c:pt idx="121">
                  <c:v>8.088994227608089E-3</c:v>
                </c:pt>
                <c:pt idx="122">
                  <c:v>7.2728315302572726E-3</c:v>
                </c:pt>
                <c:pt idx="123">
                  <c:v>6.4142360181964142E-3</c:v>
                </c:pt>
                <c:pt idx="124">
                  <c:v>5.4604533812454611E-3</c:v>
                </c:pt>
                <c:pt idx="125">
                  <c:v>4.9833709239649835E-3</c:v>
                </c:pt>
                <c:pt idx="126">
                  <c:v>4.36981535991437E-3</c:v>
                </c:pt>
                <c:pt idx="127">
                  <c:v>3.8881455713138881E-3</c:v>
                </c:pt>
                <c:pt idx="128">
                  <c:v>3.3681715661913682E-3</c:v>
                </c:pt>
                <c:pt idx="129">
                  <c:v>3.1275278106961276E-3</c:v>
                </c:pt>
                <c:pt idx="130">
                  <c:v>2.8394051760388395E-3</c:v>
                </c:pt>
                <c:pt idx="131">
                  <c:v>2.5967735769715969E-3</c:v>
                </c:pt>
                <c:pt idx="132">
                  <c:v>2.3288352001223289E-3</c:v>
                </c:pt>
                <c:pt idx="133">
                  <c:v>2.1002331893421006E-3</c:v>
                </c:pt>
                <c:pt idx="134">
                  <c:v>1.843839596314844E-3</c:v>
                </c:pt>
                <c:pt idx="135">
                  <c:v>1.6337015940976337E-3</c:v>
                </c:pt>
                <c:pt idx="136">
                  <c:v>1.5978821820405978E-3</c:v>
                </c:pt>
                <c:pt idx="137">
                  <c:v>1.3743262357123745E-3</c:v>
                </c:pt>
                <c:pt idx="138">
                  <c:v>1.2734814021942735E-3</c:v>
                </c:pt>
                <c:pt idx="139">
                  <c:v>1.1744715012041746E-3</c:v>
                </c:pt>
                <c:pt idx="140">
                  <c:v>9.9013723766199022E-4</c:v>
                </c:pt>
                <c:pt idx="141">
                  <c:v>9.6662716464696659E-4</c:v>
                </c:pt>
                <c:pt idx="142">
                  <c:v>8.9732023395389733E-4</c:v>
                </c:pt>
                <c:pt idx="143">
                  <c:v>7.7067166176077065E-4</c:v>
                </c:pt>
                <c:pt idx="144">
                  <c:v>7.5052563171375058E-4</c:v>
                </c:pt>
                <c:pt idx="145">
                  <c:v>6.4130891853664133E-4</c:v>
                </c:pt>
                <c:pt idx="146">
                  <c:v>6.1481708016361482E-4</c:v>
                </c:pt>
                <c:pt idx="147">
                  <c:v>5.7792729079857792E-4</c:v>
                </c:pt>
                <c:pt idx="148">
                  <c:v>5.8079437287358079E-4</c:v>
                </c:pt>
                <c:pt idx="149">
                  <c:v>5.5055621392255058E-4</c:v>
                </c:pt>
                <c:pt idx="150">
                  <c:v>4.9134141213349135E-4</c:v>
                </c:pt>
                <c:pt idx="151">
                  <c:v>5.0066898581750067E-4</c:v>
                </c:pt>
                <c:pt idx="152">
                  <c:v>4.6641691196146645E-4</c:v>
                </c:pt>
                <c:pt idx="153">
                  <c:v>4.8992698497648992E-4</c:v>
                </c:pt>
                <c:pt idx="154">
                  <c:v>3.8006804541458009E-4</c:v>
                </c:pt>
                <c:pt idx="155">
                  <c:v>2.9150579150579147E-4</c:v>
                </c:pt>
                <c:pt idx="156">
                  <c:v>3.3480255361443482E-4</c:v>
                </c:pt>
                <c:pt idx="157">
                  <c:v>4.5605718873045607E-4</c:v>
                </c:pt>
                <c:pt idx="158">
                  <c:v>3.330861271455331E-4</c:v>
                </c:pt>
                <c:pt idx="159">
                  <c:v>2.5853052486715856E-4</c:v>
                </c:pt>
                <c:pt idx="160">
                  <c:v>3.5317481555105317E-4</c:v>
                </c:pt>
                <c:pt idx="161">
                  <c:v>3.2669444550632669E-4</c:v>
                </c:pt>
                <c:pt idx="162">
                  <c:v>2.9752666386329756E-4</c:v>
                </c:pt>
                <c:pt idx="163">
                  <c:v>2.8641003096448642E-4</c:v>
                </c:pt>
                <c:pt idx="164">
                  <c:v>2.1001567338201004E-4</c:v>
                </c:pt>
                <c:pt idx="165">
                  <c:v>1.3016934898123019E-4</c:v>
                </c:pt>
                <c:pt idx="166">
                  <c:v>1.7154707748767156E-4</c:v>
                </c:pt>
                <c:pt idx="167">
                  <c:v>1.6015520470966015E-4</c:v>
                </c:pt>
                <c:pt idx="168">
                  <c:v>2.1156389770251159E-4</c:v>
                </c:pt>
                <c:pt idx="169">
                  <c:v>2.2508505676822508E-4</c:v>
                </c:pt>
                <c:pt idx="170">
                  <c:v>9.9969417791199983E-5</c:v>
                </c:pt>
                <c:pt idx="171">
                  <c:v>7.6933369012576941E-5</c:v>
                </c:pt>
                <c:pt idx="172">
                  <c:v>1.4113689361214114E-4</c:v>
                </c:pt>
                <c:pt idx="173">
                  <c:v>2.181811231316182E-4</c:v>
                </c:pt>
                <c:pt idx="174">
                  <c:v>1.6819068007186821E-4</c:v>
                </c:pt>
                <c:pt idx="175">
                  <c:v>3.0935433311670942E-5</c:v>
                </c:pt>
                <c:pt idx="176">
                  <c:v>1.1755418785121755E-4</c:v>
                </c:pt>
                <c:pt idx="177">
                  <c:v>1.5940211781795941E-4</c:v>
                </c:pt>
                <c:pt idx="178">
                  <c:v>7.12947742650713E-5</c:v>
                </c:pt>
                <c:pt idx="179">
                  <c:v>1.2842234030352843E-5</c:v>
                </c:pt>
                <c:pt idx="180">
                  <c:v>2.0142589548530145E-4</c:v>
                </c:pt>
                <c:pt idx="181">
                  <c:v>1.2754310180052754E-4</c:v>
                </c:pt>
                <c:pt idx="182">
                  <c:v>8.1104017737681117E-5</c:v>
                </c:pt>
                <c:pt idx="183">
                  <c:v>1.2742077296532743E-4</c:v>
                </c:pt>
                <c:pt idx="184">
                  <c:v>1.061890745059062E-4</c:v>
                </c:pt>
                <c:pt idx="185">
                  <c:v>1.0587942964180588E-4</c:v>
                </c:pt>
                <c:pt idx="186">
                  <c:v>1.3852211475973852E-5</c:v>
                </c:pt>
                <c:pt idx="187">
                  <c:v>8.0270652547880276E-5</c:v>
                </c:pt>
                <c:pt idx="188">
                  <c:v>9.4338468595894337E-5</c:v>
                </c:pt>
                <c:pt idx="189">
                  <c:v>4.4206582820444206E-5</c:v>
                </c:pt>
                <c:pt idx="190">
                  <c:v>5.904659964065905E-5</c:v>
                </c:pt>
                <c:pt idx="191">
                  <c:v>2.7751060820367754E-5</c:v>
                </c:pt>
                <c:pt idx="192">
                  <c:v>4.5567491112045568E-5</c:v>
                </c:pt>
                <c:pt idx="193">
                  <c:v>6.0938873810160939E-5</c:v>
                </c:pt>
                <c:pt idx="194">
                  <c:v>4.3648457509843649E-5</c:v>
                </c:pt>
                <c:pt idx="195">
                  <c:v>4.3648457509843649E-5</c:v>
                </c:pt>
                <c:pt idx="196">
                  <c:v>4.3648457509843649E-5</c:v>
                </c:pt>
                <c:pt idx="197">
                  <c:v>1.4677931113574679E-4</c:v>
                </c:pt>
                <c:pt idx="198">
                  <c:v>4.3640811957643647E-5</c:v>
                </c:pt>
                <c:pt idx="199">
                  <c:v>5.1045529263351051E-5</c:v>
                </c:pt>
                <c:pt idx="200">
                  <c:v>1.0399480102450399E-4</c:v>
                </c:pt>
                <c:pt idx="201">
                  <c:v>1.0399480102450399E-4</c:v>
                </c:pt>
                <c:pt idx="202">
                  <c:v>6.6726556825566732E-5</c:v>
                </c:pt>
                <c:pt idx="203">
                  <c:v>7.0717535073970721E-5</c:v>
                </c:pt>
                <c:pt idx="204">
                  <c:v>5.0797048816850798E-5</c:v>
                </c:pt>
                <c:pt idx="205">
                  <c:v>1.7063343399977064E-4</c:v>
                </c:pt>
                <c:pt idx="206">
                  <c:v>1.2008486562942008E-4</c:v>
                </c:pt>
                <c:pt idx="207">
                  <c:v>9.8478535112198477E-5</c:v>
                </c:pt>
                <c:pt idx="208">
                  <c:v>7.8783592644978781E-5</c:v>
                </c:pt>
                <c:pt idx="209">
                  <c:v>9.3841507702893844E-5</c:v>
                </c:pt>
                <c:pt idx="210">
                  <c:v>7.1336824802171341E-5</c:v>
                </c:pt>
                <c:pt idx="211">
                  <c:v>1.3720325700523722E-5</c:v>
                </c:pt>
                <c:pt idx="212">
                  <c:v>2.9137963989449137E-5</c:v>
                </c:pt>
                <c:pt idx="213">
                  <c:v>2.9137963989449137E-5</c:v>
                </c:pt>
                <c:pt idx="214">
                  <c:v>2.9137963989449137E-5</c:v>
                </c:pt>
                <c:pt idx="215">
                  <c:v>1.0916701708780917E-4</c:v>
                </c:pt>
                <c:pt idx="216">
                  <c:v>1.0201078022860202E-4</c:v>
                </c:pt>
                <c:pt idx="217">
                  <c:v>1.4750563859474751E-4</c:v>
                </c:pt>
                <c:pt idx="218">
                  <c:v>9.1322298252991332E-5</c:v>
                </c:pt>
                <c:pt idx="219">
                  <c:v>1.0487786230360488E-4</c:v>
                </c:pt>
                <c:pt idx="220">
                  <c:v>2.96995297985397E-5</c:v>
                </c:pt>
                <c:pt idx="221">
                  <c:v>2.96995297985397E-5</c:v>
                </c:pt>
                <c:pt idx="222">
                  <c:v>4.0873122061240875E-5</c:v>
                </c:pt>
                <c:pt idx="223">
                  <c:v>2.4661110898734663E-5</c:v>
                </c:pt>
                <c:pt idx="224">
                  <c:v>2.4661110898734663E-5</c:v>
                </c:pt>
                <c:pt idx="225">
                  <c:v>8.1230169348981229E-5</c:v>
                </c:pt>
                <c:pt idx="226">
                  <c:v>1.3427118773653426E-4</c:v>
                </c:pt>
                <c:pt idx="227">
                  <c:v>3.6290378072556287E-5</c:v>
                </c:pt>
                <c:pt idx="228">
                  <c:v>5.8064146182958064E-5</c:v>
                </c:pt>
                <c:pt idx="229">
                  <c:v>1.1132306280821133E-4</c:v>
                </c:pt>
                <c:pt idx="230">
                  <c:v>1.1132306280821133E-4</c:v>
                </c:pt>
                <c:pt idx="231">
                  <c:v>1.1256928781681257E-5</c:v>
                </c:pt>
                <c:pt idx="232">
                  <c:v>7.7311823846477318E-5</c:v>
                </c:pt>
                <c:pt idx="233">
                  <c:v>5.5942505447455951E-5</c:v>
                </c:pt>
                <c:pt idx="234">
                  <c:v>4.3938988493443944E-5</c:v>
                </c:pt>
                <c:pt idx="235">
                  <c:v>8.5404640850185402E-5</c:v>
                </c:pt>
                <c:pt idx="236">
                  <c:v>1.1105164570511106E-4</c:v>
                </c:pt>
                <c:pt idx="237">
                  <c:v>4.6553767345846552E-5</c:v>
                </c:pt>
                <c:pt idx="238">
                  <c:v>8.9430024083489437E-5</c:v>
                </c:pt>
                <c:pt idx="239">
                  <c:v>8.9487365724989486E-6</c:v>
                </c:pt>
                <c:pt idx="240">
                  <c:v>8.9487365724989486E-6</c:v>
                </c:pt>
                <c:pt idx="241">
                  <c:v>8.9487365724989486E-6</c:v>
                </c:pt>
                <c:pt idx="242">
                  <c:v>8.9487365724989486E-6</c:v>
                </c:pt>
                <c:pt idx="243">
                  <c:v>1.0111625062120113E-4</c:v>
                </c:pt>
                <c:pt idx="244">
                  <c:v>1.4448182269964449E-5</c:v>
                </c:pt>
                <c:pt idx="245">
                  <c:v>7.6593141939676596E-6</c:v>
                </c:pt>
                <c:pt idx="246">
                  <c:v>7.6593141939676596E-6</c:v>
                </c:pt>
                <c:pt idx="247">
                  <c:v>7.6593141939676596E-6</c:v>
                </c:pt>
                <c:pt idx="248">
                  <c:v>3.9508390993539508E-5</c:v>
                </c:pt>
                <c:pt idx="249">
                  <c:v>6.5010130356665013E-5</c:v>
                </c:pt>
                <c:pt idx="250">
                  <c:v>1.5770098245345771E-5</c:v>
                </c:pt>
                <c:pt idx="251">
                  <c:v>2.2073856034252073E-5</c:v>
                </c:pt>
                <c:pt idx="252">
                  <c:v>2.2073856034252073E-5</c:v>
                </c:pt>
                <c:pt idx="253">
                  <c:v>2.2073856034252073E-5</c:v>
                </c:pt>
                <c:pt idx="254">
                  <c:v>2.2073856034252073E-5</c:v>
                </c:pt>
                <c:pt idx="255">
                  <c:v>2.2073856034252073E-5</c:v>
                </c:pt>
                <c:pt idx="256">
                  <c:v>5.892809358155893E-6</c:v>
                </c:pt>
                <c:pt idx="257">
                  <c:v>1.7875301043617874E-5</c:v>
                </c:pt>
                <c:pt idx="258">
                  <c:v>7.6191750449176193E-5</c:v>
                </c:pt>
                <c:pt idx="259">
                  <c:v>7.0316143583470318E-5</c:v>
                </c:pt>
                <c:pt idx="260">
                  <c:v>1.6220038992316219E-5</c:v>
                </c:pt>
                <c:pt idx="261">
                  <c:v>1.6220038992316219E-5</c:v>
                </c:pt>
                <c:pt idx="262">
                  <c:v>1.6220038992316219E-5</c:v>
                </c:pt>
                <c:pt idx="263">
                  <c:v>1.0400244657670401E-4</c:v>
                </c:pt>
                <c:pt idx="264">
                  <c:v>9.7736916548797742E-5</c:v>
                </c:pt>
                <c:pt idx="265">
                  <c:v>2.2264994839252267E-5</c:v>
                </c:pt>
                <c:pt idx="266">
                  <c:v>2.2264994839252267E-5</c:v>
                </c:pt>
                <c:pt idx="267">
                  <c:v>7.5094613708475094E-5</c:v>
                </c:pt>
                <c:pt idx="268">
                  <c:v>3.1552047096601554E-5</c:v>
                </c:pt>
                <c:pt idx="269">
                  <c:v>1.2456515921862457E-4</c:v>
                </c:pt>
                <c:pt idx="270">
                  <c:v>5.6202454222256204E-5</c:v>
                </c:pt>
                <c:pt idx="271">
                  <c:v>5.074352995145075E-5</c:v>
                </c:pt>
                <c:pt idx="272">
                  <c:v>5.074352995145075E-5</c:v>
                </c:pt>
                <c:pt idx="273">
                  <c:v>1.2998585572842998E-4</c:v>
                </c:pt>
                <c:pt idx="274">
                  <c:v>1.042012309339042E-4</c:v>
                </c:pt>
                <c:pt idx="275">
                  <c:v>1.6024695133606024E-6</c:v>
                </c:pt>
                <c:pt idx="276">
                  <c:v>2.0500783669100499E-5</c:v>
                </c:pt>
                <c:pt idx="277">
                  <c:v>1.269008754157269E-5</c:v>
                </c:pt>
                <c:pt idx="278">
                  <c:v>1.2571199204862573E-4</c:v>
                </c:pt>
                <c:pt idx="279">
                  <c:v>3.3048281662143051E-5</c:v>
                </c:pt>
                <c:pt idx="280">
                  <c:v>2.6631369700676634E-5</c:v>
                </c:pt>
                <c:pt idx="281">
                  <c:v>1.6754463091096754E-6</c:v>
                </c:pt>
                <c:pt idx="282">
                  <c:v>4.8763331931648766E-5</c:v>
                </c:pt>
                <c:pt idx="283">
                  <c:v>1.0381513054780382E-4</c:v>
                </c:pt>
                <c:pt idx="284">
                  <c:v>1.1124660728621125E-4</c:v>
                </c:pt>
                <c:pt idx="285">
                  <c:v>1.1124660728621125E-4</c:v>
                </c:pt>
                <c:pt idx="286">
                  <c:v>1.1124660728621125E-4</c:v>
                </c:pt>
                <c:pt idx="287">
                  <c:v>1.9513360602469513E-5</c:v>
                </c:pt>
                <c:pt idx="288">
                  <c:v>1.9513360602469513E-5</c:v>
                </c:pt>
                <c:pt idx="289">
                  <c:v>1.9251118162009253E-5</c:v>
                </c:pt>
                <c:pt idx="290">
                  <c:v>5.6298023624756301E-5</c:v>
                </c:pt>
                <c:pt idx="291">
                  <c:v>3.4736419587904739E-5</c:v>
                </c:pt>
                <c:pt idx="292">
                  <c:v>3.1295921097901298E-5</c:v>
                </c:pt>
                <c:pt idx="293">
                  <c:v>3.1295921097901298E-5</c:v>
                </c:pt>
                <c:pt idx="294">
                  <c:v>1.4091899537444093E-4</c:v>
                </c:pt>
                <c:pt idx="295">
                  <c:v>1.6447494170266448E-4</c:v>
                </c:pt>
                <c:pt idx="296">
                  <c:v>6.6963568943766966E-5</c:v>
                </c:pt>
                <c:pt idx="297">
                  <c:v>6.3970335257463973E-6</c:v>
                </c:pt>
                <c:pt idx="298">
                  <c:v>5.9849382621659856E-5</c:v>
                </c:pt>
                <c:pt idx="299">
                  <c:v>5.9849382621659856E-5</c:v>
                </c:pt>
                <c:pt idx="300">
                  <c:v>5.9849382621659856E-5</c:v>
                </c:pt>
                <c:pt idx="301">
                  <c:v>2.1496999120761499E-5</c:v>
                </c:pt>
                <c:pt idx="302">
                  <c:v>1.0467143239420468E-4</c:v>
                </c:pt>
                <c:pt idx="303">
                  <c:v>1.0467143239420468E-4</c:v>
                </c:pt>
                <c:pt idx="304">
                  <c:v>6.2414465384762427E-5</c:v>
                </c:pt>
                <c:pt idx="305">
                  <c:v>6.2414465384762427E-5</c:v>
                </c:pt>
                <c:pt idx="306">
                  <c:v>1.5633242860965633E-4</c:v>
                </c:pt>
                <c:pt idx="307">
                  <c:v>2.1618945678351618E-5</c:v>
                </c:pt>
                <c:pt idx="308">
                  <c:v>8.5809855116785816E-5</c:v>
                </c:pt>
                <c:pt idx="309">
                  <c:v>8.5809855116785816E-5</c:v>
                </c:pt>
                <c:pt idx="310">
                  <c:v>8.5809855116785816E-5</c:v>
                </c:pt>
                <c:pt idx="311">
                  <c:v>9.9388355823999393E-5</c:v>
                </c:pt>
                <c:pt idx="312">
                  <c:v>9.0041668259490036E-5</c:v>
                </c:pt>
                <c:pt idx="313">
                  <c:v>8.241905271608242E-5</c:v>
                </c:pt>
                <c:pt idx="314">
                  <c:v>8.241905271608242E-5</c:v>
                </c:pt>
                <c:pt idx="315">
                  <c:v>7.3393478343973392E-7</c:v>
                </c:pt>
                <c:pt idx="316">
                  <c:v>1.7944875568637946E-4</c:v>
                </c:pt>
                <c:pt idx="317">
                  <c:v>1.0601322680530603E-4</c:v>
                </c:pt>
                <c:pt idx="318">
                  <c:v>1.7952903398447953E-4</c:v>
                </c:pt>
                <c:pt idx="319">
                  <c:v>9.9464811345999468E-5</c:v>
                </c:pt>
                <c:pt idx="320">
                  <c:v>9.9464811345999468E-5</c:v>
                </c:pt>
                <c:pt idx="321">
                  <c:v>9.9464811345999468E-5</c:v>
                </c:pt>
                <c:pt idx="322">
                  <c:v>9.6333957720096331E-5</c:v>
                </c:pt>
                <c:pt idx="323">
                  <c:v>8.0293589204480285E-6</c:v>
                </c:pt>
                <c:pt idx="324">
                  <c:v>8.0293589204480285E-6</c:v>
                </c:pt>
                <c:pt idx="325">
                  <c:v>8.0293589204480285E-6</c:v>
                </c:pt>
                <c:pt idx="326">
                  <c:v>8.0293589204480285E-6</c:v>
                </c:pt>
                <c:pt idx="327">
                  <c:v>1.6783516189456784E-5</c:v>
                </c:pt>
                <c:pt idx="328">
                  <c:v>1.8438013685538439E-4</c:v>
                </c:pt>
                <c:pt idx="329">
                  <c:v>1.8438013685538439E-4</c:v>
                </c:pt>
                <c:pt idx="330">
                  <c:v>1.8438013685538439E-4</c:v>
                </c:pt>
                <c:pt idx="331">
                  <c:v>1.8438013685538439E-4</c:v>
                </c:pt>
                <c:pt idx="332">
                  <c:v>1.0831071524140832E-4</c:v>
                </c:pt>
                <c:pt idx="333">
                  <c:v>4.5854199319545857E-4</c:v>
                </c:pt>
                <c:pt idx="334">
                  <c:v>1.7958255284987958E-4</c:v>
                </c:pt>
                <c:pt idx="335">
                  <c:v>5.806032340685806E-5</c:v>
                </c:pt>
                <c:pt idx="336">
                  <c:v>2.5166481899155168E-4</c:v>
                </c:pt>
                <c:pt idx="337">
                  <c:v>1.403838067204404E-4</c:v>
                </c:pt>
                <c:pt idx="338">
                  <c:v>1.403838067204404E-4</c:v>
                </c:pt>
                <c:pt idx="339">
                  <c:v>1.403838067204404E-4</c:v>
                </c:pt>
                <c:pt idx="340">
                  <c:v>2.8017890592148021E-4</c:v>
                </c:pt>
                <c:pt idx="341">
                  <c:v>2.3600290530983604E-4</c:v>
                </c:pt>
                <c:pt idx="342">
                  <c:v>2.3600290530983604E-4</c:v>
                </c:pt>
                <c:pt idx="343">
                  <c:v>2.3600290530983604E-4</c:v>
                </c:pt>
                <c:pt idx="344">
                  <c:v>1.2083795252112084E-4</c:v>
                </c:pt>
                <c:pt idx="345">
                  <c:v>1.0875798004510876E-4</c:v>
                </c:pt>
                <c:pt idx="346">
                  <c:v>1.0875798004510876E-4</c:v>
                </c:pt>
                <c:pt idx="347">
                  <c:v>1.0875798004510876E-4</c:v>
                </c:pt>
                <c:pt idx="348">
                  <c:v>3.2588019419702588E-5</c:v>
                </c:pt>
                <c:pt idx="349">
                  <c:v>2.5455483772315456E-4</c:v>
                </c:pt>
                <c:pt idx="350">
                  <c:v>2.7122978707137124E-4</c:v>
                </c:pt>
                <c:pt idx="351">
                  <c:v>9.0133414885890141E-7</c:v>
                </c:pt>
                <c:pt idx="352">
                  <c:v>1.6626017814136627E-5</c:v>
                </c:pt>
                <c:pt idx="353">
                  <c:v>3.1817347757941822E-4</c:v>
                </c:pt>
                <c:pt idx="354">
                  <c:v>2.5986849650215987E-4</c:v>
                </c:pt>
                <c:pt idx="355">
                  <c:v>2.5986849650215987E-4</c:v>
                </c:pt>
                <c:pt idx="356">
                  <c:v>2.200810428533201E-4</c:v>
                </c:pt>
                <c:pt idx="357">
                  <c:v>4.6163844183646162E-5</c:v>
                </c:pt>
                <c:pt idx="358">
                  <c:v>1.1334148858901335E-4</c:v>
                </c:pt>
                <c:pt idx="359">
                  <c:v>1.1334148858901335E-4</c:v>
                </c:pt>
                <c:pt idx="360">
                  <c:v>1.1334148858901335E-4</c:v>
                </c:pt>
                <c:pt idx="361">
                  <c:v>1.1334148858901335E-4</c:v>
                </c:pt>
                <c:pt idx="362">
                  <c:v>1.1334148858901335E-4</c:v>
                </c:pt>
                <c:pt idx="363">
                  <c:v>1.1596773576971597E-4</c:v>
                </c:pt>
                <c:pt idx="364">
                  <c:v>1.1596773576971597E-4</c:v>
                </c:pt>
                <c:pt idx="365">
                  <c:v>1.1596773576971597E-4</c:v>
                </c:pt>
                <c:pt idx="366">
                  <c:v>1.191903360220192E-4</c:v>
                </c:pt>
                <c:pt idx="367">
                  <c:v>1.191903360220192E-4</c:v>
                </c:pt>
                <c:pt idx="368">
                  <c:v>3.6010168584426011E-4</c:v>
                </c:pt>
                <c:pt idx="369">
                  <c:v>3.7540808134867539E-4</c:v>
                </c:pt>
                <c:pt idx="370">
                  <c:v>3.1164035322451162E-4</c:v>
                </c:pt>
                <c:pt idx="371">
                  <c:v>3.1164035322451162E-4</c:v>
                </c:pt>
                <c:pt idx="372">
                  <c:v>3.1164035322451162E-4</c:v>
                </c:pt>
                <c:pt idx="373">
                  <c:v>2.7929202186627929E-4</c:v>
                </c:pt>
                <c:pt idx="374">
                  <c:v>2.3151114339233151E-4</c:v>
                </c:pt>
                <c:pt idx="375">
                  <c:v>2.3151114339233151E-4</c:v>
                </c:pt>
                <c:pt idx="376">
                  <c:v>1.6925723460376927E-4</c:v>
                </c:pt>
                <c:pt idx="377">
                  <c:v>4.5827439886845828E-4</c:v>
                </c:pt>
                <c:pt idx="378">
                  <c:v>5.5120608585955118E-4</c:v>
                </c:pt>
                <c:pt idx="379">
                  <c:v>1.636912726021637E-4</c:v>
                </c:pt>
                <c:pt idx="380">
                  <c:v>2.8934210023318937E-4</c:v>
                </c:pt>
                <c:pt idx="381">
                  <c:v>2.8934210023318937E-4</c:v>
                </c:pt>
                <c:pt idx="382">
                  <c:v>2.8934210023318937E-4</c:v>
                </c:pt>
                <c:pt idx="383">
                  <c:v>4.5047593562445049E-5</c:v>
                </c:pt>
                <c:pt idx="384">
                  <c:v>2.8340150617378341E-4</c:v>
                </c:pt>
                <c:pt idx="385">
                  <c:v>6.2402997056462402E-4</c:v>
                </c:pt>
                <c:pt idx="386">
                  <c:v>1.1074964639321076E-4</c:v>
                </c:pt>
                <c:pt idx="387">
                  <c:v>1.1074964639321076E-4</c:v>
                </c:pt>
                <c:pt idx="388">
                  <c:v>1.1074964639321076E-4</c:v>
                </c:pt>
                <c:pt idx="389">
                  <c:v>1.4008180740854008E-4</c:v>
                </c:pt>
                <c:pt idx="390">
                  <c:v>3.3732176306433732E-4</c:v>
                </c:pt>
                <c:pt idx="391">
                  <c:v>3.3732176306433732E-4</c:v>
                </c:pt>
                <c:pt idx="392">
                  <c:v>3.3732176306433732E-4</c:v>
                </c:pt>
                <c:pt idx="393">
                  <c:v>3.8124163767728125E-4</c:v>
                </c:pt>
                <c:pt idx="394">
                  <c:v>4.614855307924615E-4</c:v>
                </c:pt>
                <c:pt idx="395">
                  <c:v>4.614855307924615E-4</c:v>
                </c:pt>
                <c:pt idx="396">
                  <c:v>4.614855307924615E-4</c:v>
                </c:pt>
                <c:pt idx="397">
                  <c:v>9.3684773882793696E-5</c:v>
                </c:pt>
                <c:pt idx="398">
                  <c:v>9.3684773882793696E-5</c:v>
                </c:pt>
                <c:pt idx="399">
                  <c:v>2.5363737145915364E-5</c:v>
                </c:pt>
                <c:pt idx="400">
                  <c:v>6.5354180205665362E-4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23DE-4FEA-85D8-262164D9ECD5}"/>
            </c:ext>
          </c:extLst>
        </c:ser>
        <c:ser>
          <c:idx val="7"/>
          <c:order val="7"/>
          <c:tx>
            <c:v>IVL-5-3-P3</c:v>
          </c:tx>
          <c:spPr>
            <a:ln w="38100" cap="rnd" cmpd="sng" algn="ctr">
              <a:solidFill>
                <a:srgbClr val="009696"/>
              </a:solidFill>
              <a:prstDash val="solid"/>
              <a:round/>
              <a:headEnd type="none" w="med" len="med"/>
              <a:tailEnd type="none" w="med" len="med"/>
            </a:ln>
          </c:spPr>
          <c:marker>
            <c:symbol val="none"/>
          </c:marker>
          <c:xVal>
            <c:numRef>
              <c:f>汇总!$JX$2:$JX$1000</c:f>
              <c:numCache>
                <c:formatCode>General</c:formatCode>
                <c:ptCount val="999"/>
                <c:pt idx="0">
                  <c:v>380</c:v>
                </c:pt>
                <c:pt idx="1">
                  <c:v>381</c:v>
                </c:pt>
                <c:pt idx="2">
                  <c:v>382</c:v>
                </c:pt>
                <c:pt idx="3">
                  <c:v>383</c:v>
                </c:pt>
                <c:pt idx="4">
                  <c:v>384</c:v>
                </c:pt>
                <c:pt idx="5">
                  <c:v>385</c:v>
                </c:pt>
                <c:pt idx="6">
                  <c:v>386</c:v>
                </c:pt>
                <c:pt idx="7">
                  <c:v>387</c:v>
                </c:pt>
                <c:pt idx="8">
                  <c:v>388</c:v>
                </c:pt>
                <c:pt idx="9">
                  <c:v>389</c:v>
                </c:pt>
                <c:pt idx="10">
                  <c:v>390</c:v>
                </c:pt>
                <c:pt idx="11">
                  <c:v>391</c:v>
                </c:pt>
                <c:pt idx="12">
                  <c:v>392</c:v>
                </c:pt>
                <c:pt idx="13">
                  <c:v>393</c:v>
                </c:pt>
                <c:pt idx="14">
                  <c:v>394</c:v>
                </c:pt>
                <c:pt idx="15">
                  <c:v>395</c:v>
                </c:pt>
                <c:pt idx="16">
                  <c:v>396</c:v>
                </c:pt>
                <c:pt idx="17">
                  <c:v>397</c:v>
                </c:pt>
                <c:pt idx="18">
                  <c:v>398</c:v>
                </c:pt>
                <c:pt idx="19">
                  <c:v>399</c:v>
                </c:pt>
                <c:pt idx="20">
                  <c:v>400</c:v>
                </c:pt>
                <c:pt idx="21">
                  <c:v>401</c:v>
                </c:pt>
                <c:pt idx="22">
                  <c:v>402</c:v>
                </c:pt>
                <c:pt idx="23">
                  <c:v>403</c:v>
                </c:pt>
                <c:pt idx="24">
                  <c:v>404</c:v>
                </c:pt>
                <c:pt idx="25">
                  <c:v>405</c:v>
                </c:pt>
                <c:pt idx="26">
                  <c:v>406</c:v>
                </c:pt>
                <c:pt idx="27">
                  <c:v>407</c:v>
                </c:pt>
                <c:pt idx="28">
                  <c:v>408</c:v>
                </c:pt>
                <c:pt idx="29">
                  <c:v>409</c:v>
                </c:pt>
                <c:pt idx="30">
                  <c:v>410</c:v>
                </c:pt>
                <c:pt idx="31">
                  <c:v>411</c:v>
                </c:pt>
                <c:pt idx="32">
                  <c:v>412</c:v>
                </c:pt>
                <c:pt idx="33">
                  <c:v>413</c:v>
                </c:pt>
                <c:pt idx="34">
                  <c:v>414</c:v>
                </c:pt>
                <c:pt idx="35">
                  <c:v>415</c:v>
                </c:pt>
                <c:pt idx="36">
                  <c:v>416</c:v>
                </c:pt>
                <c:pt idx="37">
                  <c:v>417</c:v>
                </c:pt>
                <c:pt idx="38">
                  <c:v>418</c:v>
                </c:pt>
                <c:pt idx="39">
                  <c:v>419</c:v>
                </c:pt>
                <c:pt idx="40">
                  <c:v>420</c:v>
                </c:pt>
                <c:pt idx="41">
                  <c:v>421</c:v>
                </c:pt>
                <c:pt idx="42">
                  <c:v>422</c:v>
                </c:pt>
                <c:pt idx="43">
                  <c:v>423</c:v>
                </c:pt>
                <c:pt idx="44">
                  <c:v>424</c:v>
                </c:pt>
                <c:pt idx="45">
                  <c:v>425</c:v>
                </c:pt>
                <c:pt idx="46">
                  <c:v>426</c:v>
                </c:pt>
                <c:pt idx="47">
                  <c:v>427</c:v>
                </c:pt>
                <c:pt idx="48">
                  <c:v>428</c:v>
                </c:pt>
                <c:pt idx="49">
                  <c:v>429</c:v>
                </c:pt>
                <c:pt idx="50">
                  <c:v>430</c:v>
                </c:pt>
                <c:pt idx="51">
                  <c:v>431</c:v>
                </c:pt>
                <c:pt idx="52">
                  <c:v>432</c:v>
                </c:pt>
                <c:pt idx="53">
                  <c:v>433</c:v>
                </c:pt>
                <c:pt idx="54">
                  <c:v>434</c:v>
                </c:pt>
                <c:pt idx="55">
                  <c:v>435</c:v>
                </c:pt>
                <c:pt idx="56">
                  <c:v>436</c:v>
                </c:pt>
                <c:pt idx="57">
                  <c:v>437</c:v>
                </c:pt>
                <c:pt idx="58">
                  <c:v>438</c:v>
                </c:pt>
                <c:pt idx="59">
                  <c:v>439</c:v>
                </c:pt>
                <c:pt idx="60">
                  <c:v>440</c:v>
                </c:pt>
                <c:pt idx="61">
                  <c:v>441</c:v>
                </c:pt>
                <c:pt idx="62">
                  <c:v>442</c:v>
                </c:pt>
                <c:pt idx="63">
                  <c:v>443</c:v>
                </c:pt>
                <c:pt idx="64">
                  <c:v>444</c:v>
                </c:pt>
                <c:pt idx="65">
                  <c:v>445</c:v>
                </c:pt>
                <c:pt idx="66">
                  <c:v>446</c:v>
                </c:pt>
                <c:pt idx="67">
                  <c:v>447</c:v>
                </c:pt>
                <c:pt idx="68">
                  <c:v>448</c:v>
                </c:pt>
                <c:pt idx="69">
                  <c:v>449</c:v>
                </c:pt>
                <c:pt idx="70">
                  <c:v>450</c:v>
                </c:pt>
                <c:pt idx="71">
                  <c:v>451</c:v>
                </c:pt>
                <c:pt idx="72">
                  <c:v>452</c:v>
                </c:pt>
                <c:pt idx="73">
                  <c:v>453</c:v>
                </c:pt>
                <c:pt idx="74">
                  <c:v>454</c:v>
                </c:pt>
                <c:pt idx="75">
                  <c:v>455</c:v>
                </c:pt>
                <c:pt idx="76">
                  <c:v>456</c:v>
                </c:pt>
                <c:pt idx="77">
                  <c:v>457</c:v>
                </c:pt>
                <c:pt idx="78">
                  <c:v>458</c:v>
                </c:pt>
                <c:pt idx="79">
                  <c:v>459</c:v>
                </c:pt>
                <c:pt idx="80">
                  <c:v>460</c:v>
                </c:pt>
                <c:pt idx="81">
                  <c:v>461</c:v>
                </c:pt>
                <c:pt idx="82">
                  <c:v>462</c:v>
                </c:pt>
                <c:pt idx="83">
                  <c:v>463</c:v>
                </c:pt>
                <c:pt idx="84">
                  <c:v>464</c:v>
                </c:pt>
                <c:pt idx="85">
                  <c:v>465</c:v>
                </c:pt>
                <c:pt idx="86">
                  <c:v>466</c:v>
                </c:pt>
                <c:pt idx="87">
                  <c:v>467</c:v>
                </c:pt>
                <c:pt idx="88">
                  <c:v>468</c:v>
                </c:pt>
                <c:pt idx="89">
                  <c:v>469</c:v>
                </c:pt>
                <c:pt idx="90">
                  <c:v>470</c:v>
                </c:pt>
                <c:pt idx="91">
                  <c:v>471</c:v>
                </c:pt>
                <c:pt idx="92">
                  <c:v>472</c:v>
                </c:pt>
                <c:pt idx="93">
                  <c:v>473</c:v>
                </c:pt>
                <c:pt idx="94">
                  <c:v>474</c:v>
                </c:pt>
                <c:pt idx="95">
                  <c:v>475</c:v>
                </c:pt>
                <c:pt idx="96">
                  <c:v>476</c:v>
                </c:pt>
                <c:pt idx="97">
                  <c:v>477</c:v>
                </c:pt>
                <c:pt idx="98">
                  <c:v>478</c:v>
                </c:pt>
                <c:pt idx="99">
                  <c:v>479</c:v>
                </c:pt>
                <c:pt idx="100">
                  <c:v>480</c:v>
                </c:pt>
                <c:pt idx="101">
                  <c:v>481</c:v>
                </c:pt>
                <c:pt idx="102">
                  <c:v>482</c:v>
                </c:pt>
                <c:pt idx="103">
                  <c:v>483</c:v>
                </c:pt>
                <c:pt idx="104">
                  <c:v>484</c:v>
                </c:pt>
                <c:pt idx="105">
                  <c:v>485</c:v>
                </c:pt>
                <c:pt idx="106">
                  <c:v>486</c:v>
                </c:pt>
                <c:pt idx="107">
                  <c:v>487</c:v>
                </c:pt>
                <c:pt idx="108">
                  <c:v>488</c:v>
                </c:pt>
                <c:pt idx="109">
                  <c:v>489</c:v>
                </c:pt>
                <c:pt idx="110">
                  <c:v>490</c:v>
                </c:pt>
                <c:pt idx="111">
                  <c:v>491</c:v>
                </c:pt>
                <c:pt idx="112">
                  <c:v>492</c:v>
                </c:pt>
                <c:pt idx="113">
                  <c:v>493</c:v>
                </c:pt>
                <c:pt idx="114">
                  <c:v>494</c:v>
                </c:pt>
                <c:pt idx="115">
                  <c:v>495</c:v>
                </c:pt>
                <c:pt idx="116">
                  <c:v>496</c:v>
                </c:pt>
                <c:pt idx="117">
                  <c:v>497</c:v>
                </c:pt>
                <c:pt idx="118">
                  <c:v>498</c:v>
                </c:pt>
                <c:pt idx="119">
                  <c:v>499</c:v>
                </c:pt>
                <c:pt idx="120">
                  <c:v>500</c:v>
                </c:pt>
                <c:pt idx="121">
                  <c:v>501</c:v>
                </c:pt>
                <c:pt idx="122">
                  <c:v>502</c:v>
                </c:pt>
                <c:pt idx="123">
                  <c:v>503</c:v>
                </c:pt>
                <c:pt idx="124">
                  <c:v>504</c:v>
                </c:pt>
                <c:pt idx="125">
                  <c:v>505</c:v>
                </c:pt>
                <c:pt idx="126">
                  <c:v>506</c:v>
                </c:pt>
                <c:pt idx="127">
                  <c:v>507</c:v>
                </c:pt>
                <c:pt idx="128">
                  <c:v>508</c:v>
                </c:pt>
                <c:pt idx="129">
                  <c:v>509</c:v>
                </c:pt>
                <c:pt idx="130">
                  <c:v>510</c:v>
                </c:pt>
                <c:pt idx="131">
                  <c:v>511</c:v>
                </c:pt>
                <c:pt idx="132">
                  <c:v>512</c:v>
                </c:pt>
                <c:pt idx="133">
                  <c:v>513</c:v>
                </c:pt>
                <c:pt idx="134">
                  <c:v>514</c:v>
                </c:pt>
                <c:pt idx="135">
                  <c:v>515</c:v>
                </c:pt>
                <c:pt idx="136">
                  <c:v>516</c:v>
                </c:pt>
                <c:pt idx="137">
                  <c:v>517</c:v>
                </c:pt>
                <c:pt idx="138">
                  <c:v>518</c:v>
                </c:pt>
                <c:pt idx="139">
                  <c:v>519</c:v>
                </c:pt>
                <c:pt idx="140">
                  <c:v>520</c:v>
                </c:pt>
                <c:pt idx="141">
                  <c:v>521</c:v>
                </c:pt>
                <c:pt idx="142">
                  <c:v>522</c:v>
                </c:pt>
                <c:pt idx="143">
                  <c:v>523</c:v>
                </c:pt>
                <c:pt idx="144">
                  <c:v>524</c:v>
                </c:pt>
                <c:pt idx="145">
                  <c:v>525</c:v>
                </c:pt>
                <c:pt idx="146">
                  <c:v>526</c:v>
                </c:pt>
                <c:pt idx="147">
                  <c:v>527</c:v>
                </c:pt>
                <c:pt idx="148">
                  <c:v>528</c:v>
                </c:pt>
                <c:pt idx="149">
                  <c:v>529</c:v>
                </c:pt>
                <c:pt idx="150">
                  <c:v>530</c:v>
                </c:pt>
                <c:pt idx="151">
                  <c:v>531</c:v>
                </c:pt>
                <c:pt idx="152">
                  <c:v>532</c:v>
                </c:pt>
                <c:pt idx="153">
                  <c:v>533</c:v>
                </c:pt>
                <c:pt idx="154">
                  <c:v>534</c:v>
                </c:pt>
                <c:pt idx="155">
                  <c:v>535</c:v>
                </c:pt>
                <c:pt idx="156">
                  <c:v>536</c:v>
                </c:pt>
                <c:pt idx="157">
                  <c:v>537</c:v>
                </c:pt>
                <c:pt idx="158">
                  <c:v>538</c:v>
                </c:pt>
                <c:pt idx="159">
                  <c:v>539</c:v>
                </c:pt>
                <c:pt idx="160">
                  <c:v>540</c:v>
                </c:pt>
                <c:pt idx="161">
                  <c:v>541</c:v>
                </c:pt>
                <c:pt idx="162">
                  <c:v>542</c:v>
                </c:pt>
                <c:pt idx="163">
                  <c:v>543</c:v>
                </c:pt>
                <c:pt idx="164">
                  <c:v>544</c:v>
                </c:pt>
                <c:pt idx="165">
                  <c:v>545</c:v>
                </c:pt>
                <c:pt idx="166">
                  <c:v>546</c:v>
                </c:pt>
                <c:pt idx="167">
                  <c:v>547</c:v>
                </c:pt>
                <c:pt idx="168">
                  <c:v>548</c:v>
                </c:pt>
                <c:pt idx="169">
                  <c:v>549</c:v>
                </c:pt>
                <c:pt idx="170">
                  <c:v>550</c:v>
                </c:pt>
                <c:pt idx="171">
                  <c:v>551</c:v>
                </c:pt>
                <c:pt idx="172">
                  <c:v>552</c:v>
                </c:pt>
                <c:pt idx="173">
                  <c:v>553</c:v>
                </c:pt>
                <c:pt idx="174">
                  <c:v>554</c:v>
                </c:pt>
                <c:pt idx="175">
                  <c:v>555</c:v>
                </c:pt>
                <c:pt idx="176">
                  <c:v>556</c:v>
                </c:pt>
                <c:pt idx="177">
                  <c:v>557</c:v>
                </c:pt>
                <c:pt idx="178">
                  <c:v>558</c:v>
                </c:pt>
                <c:pt idx="179">
                  <c:v>559</c:v>
                </c:pt>
                <c:pt idx="180">
                  <c:v>560</c:v>
                </c:pt>
                <c:pt idx="181">
                  <c:v>561</c:v>
                </c:pt>
                <c:pt idx="182">
                  <c:v>562</c:v>
                </c:pt>
                <c:pt idx="183">
                  <c:v>563</c:v>
                </c:pt>
                <c:pt idx="184">
                  <c:v>564</c:v>
                </c:pt>
                <c:pt idx="185">
                  <c:v>565</c:v>
                </c:pt>
                <c:pt idx="186">
                  <c:v>566</c:v>
                </c:pt>
                <c:pt idx="187">
                  <c:v>567</c:v>
                </c:pt>
                <c:pt idx="188">
                  <c:v>568</c:v>
                </c:pt>
                <c:pt idx="189">
                  <c:v>569</c:v>
                </c:pt>
                <c:pt idx="190">
                  <c:v>570</c:v>
                </c:pt>
                <c:pt idx="191">
                  <c:v>571</c:v>
                </c:pt>
                <c:pt idx="192">
                  <c:v>572</c:v>
                </c:pt>
                <c:pt idx="193">
                  <c:v>573</c:v>
                </c:pt>
                <c:pt idx="194">
                  <c:v>574</c:v>
                </c:pt>
                <c:pt idx="195">
                  <c:v>575</c:v>
                </c:pt>
                <c:pt idx="196">
                  <c:v>576</c:v>
                </c:pt>
                <c:pt idx="197">
                  <c:v>577</c:v>
                </c:pt>
                <c:pt idx="198">
                  <c:v>578</c:v>
                </c:pt>
                <c:pt idx="199">
                  <c:v>579</c:v>
                </c:pt>
                <c:pt idx="200">
                  <c:v>580</c:v>
                </c:pt>
                <c:pt idx="201">
                  <c:v>581</c:v>
                </c:pt>
                <c:pt idx="202">
                  <c:v>582</c:v>
                </c:pt>
                <c:pt idx="203">
                  <c:v>583</c:v>
                </c:pt>
                <c:pt idx="204">
                  <c:v>584</c:v>
                </c:pt>
                <c:pt idx="205">
                  <c:v>585</c:v>
                </c:pt>
                <c:pt idx="206">
                  <c:v>586</c:v>
                </c:pt>
                <c:pt idx="207">
                  <c:v>587</c:v>
                </c:pt>
                <c:pt idx="208">
                  <c:v>588</c:v>
                </c:pt>
                <c:pt idx="209">
                  <c:v>589</c:v>
                </c:pt>
                <c:pt idx="210">
                  <c:v>590</c:v>
                </c:pt>
                <c:pt idx="211">
                  <c:v>591</c:v>
                </c:pt>
                <c:pt idx="212">
                  <c:v>592</c:v>
                </c:pt>
                <c:pt idx="213">
                  <c:v>593</c:v>
                </c:pt>
                <c:pt idx="214">
                  <c:v>594</c:v>
                </c:pt>
                <c:pt idx="215">
                  <c:v>595</c:v>
                </c:pt>
                <c:pt idx="216">
                  <c:v>596</c:v>
                </c:pt>
                <c:pt idx="217">
                  <c:v>597</c:v>
                </c:pt>
                <c:pt idx="218">
                  <c:v>598</c:v>
                </c:pt>
                <c:pt idx="219">
                  <c:v>599</c:v>
                </c:pt>
                <c:pt idx="220">
                  <c:v>600</c:v>
                </c:pt>
                <c:pt idx="221">
                  <c:v>601</c:v>
                </c:pt>
                <c:pt idx="222">
                  <c:v>602</c:v>
                </c:pt>
                <c:pt idx="223">
                  <c:v>603</c:v>
                </c:pt>
                <c:pt idx="224">
                  <c:v>604</c:v>
                </c:pt>
                <c:pt idx="225">
                  <c:v>605</c:v>
                </c:pt>
                <c:pt idx="226">
                  <c:v>606</c:v>
                </c:pt>
                <c:pt idx="227">
                  <c:v>607</c:v>
                </c:pt>
                <c:pt idx="228">
                  <c:v>608</c:v>
                </c:pt>
                <c:pt idx="229">
                  <c:v>609</c:v>
                </c:pt>
                <c:pt idx="230">
                  <c:v>610</c:v>
                </c:pt>
                <c:pt idx="231">
                  <c:v>611</c:v>
                </c:pt>
                <c:pt idx="232">
                  <c:v>612</c:v>
                </c:pt>
                <c:pt idx="233">
                  <c:v>613</c:v>
                </c:pt>
                <c:pt idx="234">
                  <c:v>614</c:v>
                </c:pt>
                <c:pt idx="235">
                  <c:v>615</c:v>
                </c:pt>
                <c:pt idx="236">
                  <c:v>616</c:v>
                </c:pt>
                <c:pt idx="237">
                  <c:v>617</c:v>
                </c:pt>
                <c:pt idx="238">
                  <c:v>618</c:v>
                </c:pt>
                <c:pt idx="239">
                  <c:v>619</c:v>
                </c:pt>
                <c:pt idx="240">
                  <c:v>620</c:v>
                </c:pt>
                <c:pt idx="241">
                  <c:v>621</c:v>
                </c:pt>
                <c:pt idx="242">
                  <c:v>622</c:v>
                </c:pt>
                <c:pt idx="243">
                  <c:v>623</c:v>
                </c:pt>
                <c:pt idx="244">
                  <c:v>624</c:v>
                </c:pt>
                <c:pt idx="245">
                  <c:v>625</c:v>
                </c:pt>
                <c:pt idx="246">
                  <c:v>626</c:v>
                </c:pt>
                <c:pt idx="247">
                  <c:v>627</c:v>
                </c:pt>
                <c:pt idx="248">
                  <c:v>628</c:v>
                </c:pt>
                <c:pt idx="249">
                  <c:v>629</c:v>
                </c:pt>
                <c:pt idx="250">
                  <c:v>630</c:v>
                </c:pt>
                <c:pt idx="251">
                  <c:v>631</c:v>
                </c:pt>
                <c:pt idx="252">
                  <c:v>632</c:v>
                </c:pt>
                <c:pt idx="253">
                  <c:v>633</c:v>
                </c:pt>
                <c:pt idx="254">
                  <c:v>634</c:v>
                </c:pt>
                <c:pt idx="255">
                  <c:v>635</c:v>
                </c:pt>
                <c:pt idx="256">
                  <c:v>636</c:v>
                </c:pt>
                <c:pt idx="257">
                  <c:v>637</c:v>
                </c:pt>
                <c:pt idx="258">
                  <c:v>638</c:v>
                </c:pt>
                <c:pt idx="259">
                  <c:v>639</c:v>
                </c:pt>
                <c:pt idx="260">
                  <c:v>640</c:v>
                </c:pt>
                <c:pt idx="261">
                  <c:v>641</c:v>
                </c:pt>
                <c:pt idx="262">
                  <c:v>642</c:v>
                </c:pt>
                <c:pt idx="263">
                  <c:v>643</c:v>
                </c:pt>
                <c:pt idx="264">
                  <c:v>644</c:v>
                </c:pt>
                <c:pt idx="265">
                  <c:v>645</c:v>
                </c:pt>
                <c:pt idx="266">
                  <c:v>646</c:v>
                </c:pt>
                <c:pt idx="267">
                  <c:v>647</c:v>
                </c:pt>
                <c:pt idx="268">
                  <c:v>648</c:v>
                </c:pt>
                <c:pt idx="269">
                  <c:v>649</c:v>
                </c:pt>
                <c:pt idx="270">
                  <c:v>650</c:v>
                </c:pt>
                <c:pt idx="271">
                  <c:v>651</c:v>
                </c:pt>
                <c:pt idx="272">
                  <c:v>652</c:v>
                </c:pt>
                <c:pt idx="273">
                  <c:v>653</c:v>
                </c:pt>
                <c:pt idx="274">
                  <c:v>654</c:v>
                </c:pt>
                <c:pt idx="275">
                  <c:v>655</c:v>
                </c:pt>
                <c:pt idx="276">
                  <c:v>656</c:v>
                </c:pt>
                <c:pt idx="277">
                  <c:v>657</c:v>
                </c:pt>
                <c:pt idx="278">
                  <c:v>658</c:v>
                </c:pt>
                <c:pt idx="279">
                  <c:v>659</c:v>
                </c:pt>
                <c:pt idx="280">
                  <c:v>660</c:v>
                </c:pt>
                <c:pt idx="281">
                  <c:v>661</c:v>
                </c:pt>
                <c:pt idx="282">
                  <c:v>662</c:v>
                </c:pt>
                <c:pt idx="283">
                  <c:v>663</c:v>
                </c:pt>
                <c:pt idx="284">
                  <c:v>664</c:v>
                </c:pt>
                <c:pt idx="285">
                  <c:v>665</c:v>
                </c:pt>
                <c:pt idx="286">
                  <c:v>666</c:v>
                </c:pt>
                <c:pt idx="287">
                  <c:v>667</c:v>
                </c:pt>
                <c:pt idx="288">
                  <c:v>668</c:v>
                </c:pt>
                <c:pt idx="289">
                  <c:v>669</c:v>
                </c:pt>
                <c:pt idx="290">
                  <c:v>670</c:v>
                </c:pt>
                <c:pt idx="291">
                  <c:v>671</c:v>
                </c:pt>
                <c:pt idx="292">
                  <c:v>672</c:v>
                </c:pt>
                <c:pt idx="293">
                  <c:v>673</c:v>
                </c:pt>
                <c:pt idx="294">
                  <c:v>674</c:v>
                </c:pt>
                <c:pt idx="295">
                  <c:v>675</c:v>
                </c:pt>
                <c:pt idx="296">
                  <c:v>676</c:v>
                </c:pt>
                <c:pt idx="297">
                  <c:v>677</c:v>
                </c:pt>
                <c:pt idx="298">
                  <c:v>678</c:v>
                </c:pt>
                <c:pt idx="299">
                  <c:v>679</c:v>
                </c:pt>
                <c:pt idx="300">
                  <c:v>680</c:v>
                </c:pt>
                <c:pt idx="301">
                  <c:v>681</c:v>
                </c:pt>
                <c:pt idx="302">
                  <c:v>682</c:v>
                </c:pt>
                <c:pt idx="303">
                  <c:v>683</c:v>
                </c:pt>
                <c:pt idx="304">
                  <c:v>684</c:v>
                </c:pt>
                <c:pt idx="305">
                  <c:v>685</c:v>
                </c:pt>
                <c:pt idx="306">
                  <c:v>686</c:v>
                </c:pt>
                <c:pt idx="307">
                  <c:v>687</c:v>
                </c:pt>
                <c:pt idx="308">
                  <c:v>688</c:v>
                </c:pt>
                <c:pt idx="309">
                  <c:v>689</c:v>
                </c:pt>
                <c:pt idx="310">
                  <c:v>690</c:v>
                </c:pt>
                <c:pt idx="311">
                  <c:v>691</c:v>
                </c:pt>
                <c:pt idx="312">
                  <c:v>692</c:v>
                </c:pt>
                <c:pt idx="313">
                  <c:v>693</c:v>
                </c:pt>
                <c:pt idx="314">
                  <c:v>694</c:v>
                </c:pt>
                <c:pt idx="315">
                  <c:v>695</c:v>
                </c:pt>
                <c:pt idx="316">
                  <c:v>696</c:v>
                </c:pt>
                <c:pt idx="317">
                  <c:v>697</c:v>
                </c:pt>
                <c:pt idx="318">
                  <c:v>698</c:v>
                </c:pt>
                <c:pt idx="319">
                  <c:v>699</c:v>
                </c:pt>
                <c:pt idx="320">
                  <c:v>700</c:v>
                </c:pt>
                <c:pt idx="321">
                  <c:v>701</c:v>
                </c:pt>
                <c:pt idx="322">
                  <c:v>702</c:v>
                </c:pt>
                <c:pt idx="323">
                  <c:v>703</c:v>
                </c:pt>
                <c:pt idx="324">
                  <c:v>704</c:v>
                </c:pt>
                <c:pt idx="325">
                  <c:v>705</c:v>
                </c:pt>
                <c:pt idx="326">
                  <c:v>706</c:v>
                </c:pt>
                <c:pt idx="327">
                  <c:v>707</c:v>
                </c:pt>
                <c:pt idx="328">
                  <c:v>708</c:v>
                </c:pt>
                <c:pt idx="329">
                  <c:v>709</c:v>
                </c:pt>
                <c:pt idx="330">
                  <c:v>710</c:v>
                </c:pt>
                <c:pt idx="331">
                  <c:v>711</c:v>
                </c:pt>
                <c:pt idx="332">
                  <c:v>712</c:v>
                </c:pt>
                <c:pt idx="333">
                  <c:v>713</c:v>
                </c:pt>
                <c:pt idx="334">
                  <c:v>714</c:v>
                </c:pt>
                <c:pt idx="335">
                  <c:v>715</c:v>
                </c:pt>
                <c:pt idx="336">
                  <c:v>716</c:v>
                </c:pt>
                <c:pt idx="337">
                  <c:v>717</c:v>
                </c:pt>
                <c:pt idx="338">
                  <c:v>718</c:v>
                </c:pt>
                <c:pt idx="339">
                  <c:v>719</c:v>
                </c:pt>
                <c:pt idx="340">
                  <c:v>720</c:v>
                </c:pt>
                <c:pt idx="341">
                  <c:v>721</c:v>
                </c:pt>
                <c:pt idx="342">
                  <c:v>722</c:v>
                </c:pt>
                <c:pt idx="343">
                  <c:v>723</c:v>
                </c:pt>
                <c:pt idx="344">
                  <c:v>724</c:v>
                </c:pt>
                <c:pt idx="345">
                  <c:v>725</c:v>
                </c:pt>
                <c:pt idx="346">
                  <c:v>726</c:v>
                </c:pt>
                <c:pt idx="347">
                  <c:v>727</c:v>
                </c:pt>
                <c:pt idx="348">
                  <c:v>728</c:v>
                </c:pt>
                <c:pt idx="349">
                  <c:v>729</c:v>
                </c:pt>
                <c:pt idx="350">
                  <c:v>730</c:v>
                </c:pt>
                <c:pt idx="351">
                  <c:v>731</c:v>
                </c:pt>
                <c:pt idx="352">
                  <c:v>732</c:v>
                </c:pt>
                <c:pt idx="353">
                  <c:v>733</c:v>
                </c:pt>
                <c:pt idx="354">
                  <c:v>734</c:v>
                </c:pt>
                <c:pt idx="355">
                  <c:v>735</c:v>
                </c:pt>
                <c:pt idx="356">
                  <c:v>736</c:v>
                </c:pt>
                <c:pt idx="357">
                  <c:v>737</c:v>
                </c:pt>
                <c:pt idx="358">
                  <c:v>738</c:v>
                </c:pt>
                <c:pt idx="359">
                  <c:v>739</c:v>
                </c:pt>
                <c:pt idx="360">
                  <c:v>740</c:v>
                </c:pt>
                <c:pt idx="361">
                  <c:v>741</c:v>
                </c:pt>
                <c:pt idx="362">
                  <c:v>742</c:v>
                </c:pt>
                <c:pt idx="363">
                  <c:v>743</c:v>
                </c:pt>
                <c:pt idx="364">
                  <c:v>744</c:v>
                </c:pt>
                <c:pt idx="365">
                  <c:v>745</c:v>
                </c:pt>
                <c:pt idx="366">
                  <c:v>746</c:v>
                </c:pt>
                <c:pt idx="367">
                  <c:v>747</c:v>
                </c:pt>
                <c:pt idx="368">
                  <c:v>748</c:v>
                </c:pt>
                <c:pt idx="369">
                  <c:v>749</c:v>
                </c:pt>
                <c:pt idx="370">
                  <c:v>750</c:v>
                </c:pt>
                <c:pt idx="371">
                  <c:v>751</c:v>
                </c:pt>
                <c:pt idx="372">
                  <c:v>752</c:v>
                </c:pt>
                <c:pt idx="373">
                  <c:v>753</c:v>
                </c:pt>
                <c:pt idx="374">
                  <c:v>754</c:v>
                </c:pt>
                <c:pt idx="375">
                  <c:v>755</c:v>
                </c:pt>
                <c:pt idx="376">
                  <c:v>756</c:v>
                </c:pt>
                <c:pt idx="377">
                  <c:v>757</c:v>
                </c:pt>
                <c:pt idx="378">
                  <c:v>758</c:v>
                </c:pt>
                <c:pt idx="379">
                  <c:v>759</c:v>
                </c:pt>
                <c:pt idx="380">
                  <c:v>760</c:v>
                </c:pt>
                <c:pt idx="381">
                  <c:v>761</c:v>
                </c:pt>
                <c:pt idx="382">
                  <c:v>762</c:v>
                </c:pt>
                <c:pt idx="383">
                  <c:v>763</c:v>
                </c:pt>
                <c:pt idx="384">
                  <c:v>764</c:v>
                </c:pt>
                <c:pt idx="385">
                  <c:v>765</c:v>
                </c:pt>
                <c:pt idx="386">
                  <c:v>766</c:v>
                </c:pt>
                <c:pt idx="387">
                  <c:v>767</c:v>
                </c:pt>
                <c:pt idx="388">
                  <c:v>768</c:v>
                </c:pt>
                <c:pt idx="389">
                  <c:v>769</c:v>
                </c:pt>
                <c:pt idx="390">
                  <c:v>770</c:v>
                </c:pt>
                <c:pt idx="391">
                  <c:v>771</c:v>
                </c:pt>
                <c:pt idx="392">
                  <c:v>772</c:v>
                </c:pt>
                <c:pt idx="393">
                  <c:v>773</c:v>
                </c:pt>
                <c:pt idx="394">
                  <c:v>774</c:v>
                </c:pt>
                <c:pt idx="395">
                  <c:v>775</c:v>
                </c:pt>
                <c:pt idx="396">
                  <c:v>776</c:v>
                </c:pt>
                <c:pt idx="397">
                  <c:v>777</c:v>
                </c:pt>
                <c:pt idx="398">
                  <c:v>778</c:v>
                </c:pt>
                <c:pt idx="399">
                  <c:v>779</c:v>
                </c:pt>
                <c:pt idx="400">
                  <c:v>780</c:v>
                </c:pt>
              </c:numCache>
            </c:numRef>
          </c:xVal>
          <c:yVal>
            <c:numRef>
              <c:f>汇总!$JY$2:$JY$1000</c:f>
              <c:numCache>
                <c:formatCode>General</c:formatCode>
                <c:ptCount val="999"/>
                <c:pt idx="0">
                  <c:v>7.036629562516179E-4</c:v>
                </c:pt>
                <c:pt idx="1">
                  <c:v>2.795139787729744E-4</c:v>
                </c:pt>
                <c:pt idx="2">
                  <c:v>3.218062386746052E-4</c:v>
                </c:pt>
                <c:pt idx="3">
                  <c:v>3.218062386746052E-4</c:v>
                </c:pt>
                <c:pt idx="4">
                  <c:v>6.8191819829148333E-5</c:v>
                </c:pt>
                <c:pt idx="5">
                  <c:v>6.9437613253947714E-4</c:v>
                </c:pt>
                <c:pt idx="6">
                  <c:v>3.7985374061610147E-4</c:v>
                </c:pt>
                <c:pt idx="7">
                  <c:v>7.491586849598758E-4</c:v>
                </c:pt>
                <c:pt idx="8">
                  <c:v>2.9690654931400465E-4</c:v>
                </c:pt>
                <c:pt idx="9">
                  <c:v>1.1618884286823713E-4</c:v>
                </c:pt>
                <c:pt idx="10">
                  <c:v>2.4199132798343256E-4</c:v>
                </c:pt>
                <c:pt idx="11">
                  <c:v>5.9946932435930628E-4</c:v>
                </c:pt>
                <c:pt idx="12">
                  <c:v>4.7799637587367334E-4</c:v>
                </c:pt>
                <c:pt idx="13">
                  <c:v>4.020191560962982E-4</c:v>
                </c:pt>
                <c:pt idx="14">
                  <c:v>4.3987833290188975E-4</c:v>
                </c:pt>
                <c:pt idx="15">
                  <c:v>2.5895029769609112E-4</c:v>
                </c:pt>
                <c:pt idx="16">
                  <c:v>6.3972301320217452E-4</c:v>
                </c:pt>
                <c:pt idx="17">
                  <c:v>3.862283199585814E-4</c:v>
                </c:pt>
                <c:pt idx="18">
                  <c:v>5.0320346880662701E-4</c:v>
                </c:pt>
                <c:pt idx="19">
                  <c:v>2.8384027957545951E-4</c:v>
                </c:pt>
                <c:pt idx="20">
                  <c:v>4.2822935542324624E-5</c:v>
                </c:pt>
                <c:pt idx="21">
                  <c:v>2.6577142117525238E-4</c:v>
                </c:pt>
                <c:pt idx="22">
                  <c:v>4.3961946673569765E-4</c:v>
                </c:pt>
                <c:pt idx="23">
                  <c:v>1.3262037276727933E-4</c:v>
                </c:pt>
                <c:pt idx="24">
                  <c:v>3.5587626197256021E-4</c:v>
                </c:pt>
                <c:pt idx="25">
                  <c:v>4.4466735697644319E-4</c:v>
                </c:pt>
                <c:pt idx="26">
                  <c:v>3.3778798860988871E-4</c:v>
                </c:pt>
                <c:pt idx="27">
                  <c:v>2.9744693243593064E-4</c:v>
                </c:pt>
                <c:pt idx="28">
                  <c:v>8.5765596686513085E-4</c:v>
                </c:pt>
                <c:pt idx="29">
                  <c:v>6.2849469324359301E-4</c:v>
                </c:pt>
                <c:pt idx="30">
                  <c:v>4.0163085684701011E-4</c:v>
                </c:pt>
                <c:pt idx="31">
                  <c:v>4.3466865130727415E-4</c:v>
                </c:pt>
                <c:pt idx="32">
                  <c:v>4.167421692984727E-4</c:v>
                </c:pt>
                <c:pt idx="33">
                  <c:v>3.6577789282940721E-4</c:v>
                </c:pt>
                <c:pt idx="34">
                  <c:v>5.465311933730262E-4</c:v>
                </c:pt>
                <c:pt idx="35">
                  <c:v>4.5214211752523943E-4</c:v>
                </c:pt>
                <c:pt idx="36">
                  <c:v>4.6003753559409788E-4</c:v>
                </c:pt>
                <c:pt idx="37">
                  <c:v>5.2889593580119081E-4</c:v>
                </c:pt>
                <c:pt idx="38">
                  <c:v>8.9509448615066013E-4</c:v>
                </c:pt>
                <c:pt idx="39">
                  <c:v>4.8323841573906295E-4</c:v>
                </c:pt>
                <c:pt idx="40">
                  <c:v>6.6302096815946162E-4</c:v>
                </c:pt>
                <c:pt idx="41">
                  <c:v>6.7625550090603156E-4</c:v>
                </c:pt>
                <c:pt idx="42">
                  <c:v>8.5425834843385977E-4</c:v>
                </c:pt>
                <c:pt idx="43">
                  <c:v>5.1899430494434381E-4</c:v>
                </c:pt>
                <c:pt idx="44">
                  <c:v>5.2815169557338863E-4</c:v>
                </c:pt>
                <c:pt idx="45">
                  <c:v>1.1523750970748124E-3</c:v>
                </c:pt>
                <c:pt idx="46">
                  <c:v>1.0831931141599793E-3</c:v>
                </c:pt>
                <c:pt idx="47">
                  <c:v>8.9431788765208394E-4</c:v>
                </c:pt>
                <c:pt idx="48">
                  <c:v>9.6634739839502974E-4</c:v>
                </c:pt>
                <c:pt idx="49">
                  <c:v>1.17059280352058E-3</c:v>
                </c:pt>
                <c:pt idx="50">
                  <c:v>1.4019867978255242E-3</c:v>
                </c:pt>
                <c:pt idx="51">
                  <c:v>1.4357688325135904E-3</c:v>
                </c:pt>
                <c:pt idx="52">
                  <c:v>1.2624579342479939E-3</c:v>
                </c:pt>
                <c:pt idx="53">
                  <c:v>1.5110341703339374E-3</c:v>
                </c:pt>
                <c:pt idx="54">
                  <c:v>1.5912179653119339E-3</c:v>
                </c:pt>
                <c:pt idx="55">
                  <c:v>1.6921434118560704E-3</c:v>
                </c:pt>
                <c:pt idx="56">
                  <c:v>2.0040124255759776E-3</c:v>
                </c:pt>
                <c:pt idx="57">
                  <c:v>2.1861571317628786E-3</c:v>
                </c:pt>
                <c:pt idx="58">
                  <c:v>2.6107623608594361E-3</c:v>
                </c:pt>
                <c:pt idx="59">
                  <c:v>3.3380792130468548E-3</c:v>
                </c:pt>
                <c:pt idx="60">
                  <c:v>3.9723013202174473E-3</c:v>
                </c:pt>
                <c:pt idx="61">
                  <c:v>5.3235827077400986E-3</c:v>
                </c:pt>
                <c:pt idx="62">
                  <c:v>6.959940460781776E-3</c:v>
                </c:pt>
                <c:pt idx="63">
                  <c:v>9.5123608594356729E-3</c:v>
                </c:pt>
                <c:pt idx="64">
                  <c:v>1.2834908102511004E-2</c:v>
                </c:pt>
                <c:pt idx="65">
                  <c:v>1.8457804814910692E-2</c:v>
                </c:pt>
                <c:pt idx="66">
                  <c:v>2.7145676935024593E-2</c:v>
                </c:pt>
                <c:pt idx="67">
                  <c:v>3.8137457934247998E-2</c:v>
                </c:pt>
                <c:pt idx="68">
                  <c:v>5.4391017344033142E-2</c:v>
                </c:pt>
                <c:pt idx="69">
                  <c:v>7.5543618949003369E-2</c:v>
                </c:pt>
                <c:pt idx="70">
                  <c:v>0.10577918716023815</c:v>
                </c:pt>
                <c:pt idx="71">
                  <c:v>0.14408814392958841</c:v>
                </c:pt>
                <c:pt idx="72">
                  <c:v>0.19178099922340153</c:v>
                </c:pt>
                <c:pt idx="73">
                  <c:v>0.25036888428682375</c:v>
                </c:pt>
                <c:pt idx="74">
                  <c:v>0.32215247217188714</c:v>
                </c:pt>
                <c:pt idx="75">
                  <c:v>0.40729355423246189</c:v>
                </c:pt>
                <c:pt idx="76">
                  <c:v>0.49954698420916388</c:v>
                </c:pt>
                <c:pt idx="77">
                  <c:v>0.59736603675899558</c:v>
                </c:pt>
                <c:pt idx="78">
                  <c:v>0.69664121149365787</c:v>
                </c:pt>
                <c:pt idx="79">
                  <c:v>0.7976637328501166</c:v>
                </c:pt>
                <c:pt idx="80">
                  <c:v>0.87810639399430501</c:v>
                </c:pt>
                <c:pt idx="81">
                  <c:v>0.94715894382604204</c:v>
                </c:pt>
                <c:pt idx="82">
                  <c:v>0.98556821123479177</c:v>
                </c:pt>
                <c:pt idx="83">
                  <c:v>1</c:v>
                </c:pt>
                <c:pt idx="84">
                  <c:v>0.98268832513590487</c:v>
                </c:pt>
                <c:pt idx="85">
                  <c:v>0.94198162050220036</c:v>
                </c:pt>
                <c:pt idx="86">
                  <c:v>0.87580895676935033</c:v>
                </c:pt>
                <c:pt idx="87">
                  <c:v>0.79497799637587374</c:v>
                </c:pt>
                <c:pt idx="88">
                  <c:v>0.70265984985762364</c:v>
                </c:pt>
                <c:pt idx="89">
                  <c:v>0.61600440072482532</c:v>
                </c:pt>
                <c:pt idx="90">
                  <c:v>0.53135516438001551</c:v>
                </c:pt>
                <c:pt idx="91">
                  <c:v>0.4530157908361378</c:v>
                </c:pt>
                <c:pt idx="92">
                  <c:v>0.38237768573647424</c:v>
                </c:pt>
                <c:pt idx="93">
                  <c:v>0.3206478125808957</c:v>
                </c:pt>
                <c:pt idx="94">
                  <c:v>0.26927258607300025</c:v>
                </c:pt>
                <c:pt idx="95">
                  <c:v>0.22757571835361121</c:v>
                </c:pt>
                <c:pt idx="96">
                  <c:v>0.19353481749935286</c:v>
                </c:pt>
                <c:pt idx="97">
                  <c:v>0.16420528086979033</c:v>
                </c:pt>
                <c:pt idx="98">
                  <c:v>0.14037017861765469</c:v>
                </c:pt>
                <c:pt idx="99">
                  <c:v>0.12061221848304428</c:v>
                </c:pt>
                <c:pt idx="100">
                  <c:v>0.10501229614289413</c:v>
                </c:pt>
                <c:pt idx="101">
                  <c:v>9.1098239710069903E-2</c:v>
                </c:pt>
                <c:pt idx="102">
                  <c:v>7.9462205539735958E-2</c:v>
                </c:pt>
                <c:pt idx="103">
                  <c:v>7.0405125550090611E-2</c:v>
                </c:pt>
                <c:pt idx="104">
                  <c:v>6.2493528345845206E-2</c:v>
                </c:pt>
                <c:pt idx="105">
                  <c:v>5.5940978514108217E-2</c:v>
                </c:pt>
                <c:pt idx="106">
                  <c:v>4.9621408231944088E-2</c:v>
                </c:pt>
                <c:pt idx="107">
                  <c:v>4.4466735697644325E-2</c:v>
                </c:pt>
                <c:pt idx="108">
                  <c:v>3.9985115195443954E-2</c:v>
                </c:pt>
                <c:pt idx="109">
                  <c:v>3.543554232461818E-2</c:v>
                </c:pt>
                <c:pt idx="110">
                  <c:v>3.1995534558633187E-2</c:v>
                </c:pt>
                <c:pt idx="111">
                  <c:v>2.8545172146000521E-2</c:v>
                </c:pt>
                <c:pt idx="112">
                  <c:v>2.5296401760289928E-2</c:v>
                </c:pt>
                <c:pt idx="113">
                  <c:v>2.2459552161532489E-2</c:v>
                </c:pt>
                <c:pt idx="114">
                  <c:v>2.035529381309863E-2</c:v>
                </c:pt>
                <c:pt idx="115">
                  <c:v>1.8116101475537147E-2</c:v>
                </c:pt>
                <c:pt idx="116">
                  <c:v>1.5808633186642506E-2</c:v>
                </c:pt>
                <c:pt idx="117">
                  <c:v>1.4005953921822417E-2</c:v>
                </c:pt>
                <c:pt idx="118">
                  <c:v>1.2578954180688585E-2</c:v>
                </c:pt>
                <c:pt idx="119">
                  <c:v>1.1023492104581931E-2</c:v>
                </c:pt>
                <c:pt idx="120">
                  <c:v>9.5958451980326168E-3</c:v>
                </c:pt>
                <c:pt idx="121">
                  <c:v>8.5076365519026666E-3</c:v>
                </c:pt>
                <c:pt idx="122">
                  <c:v>7.5410950038829931E-3</c:v>
                </c:pt>
                <c:pt idx="123">
                  <c:v>6.5819958581413412E-3</c:v>
                </c:pt>
                <c:pt idx="124">
                  <c:v>5.8888816981620502E-3</c:v>
                </c:pt>
                <c:pt idx="125">
                  <c:v>5.2944602640434902E-3</c:v>
                </c:pt>
                <c:pt idx="126">
                  <c:v>4.6000517732332387E-3</c:v>
                </c:pt>
                <c:pt idx="127">
                  <c:v>4.0554620761066532E-3</c:v>
                </c:pt>
                <c:pt idx="128">
                  <c:v>3.64968936060057E-3</c:v>
                </c:pt>
                <c:pt idx="129">
                  <c:v>3.2846880662697384E-3</c:v>
                </c:pt>
                <c:pt idx="130">
                  <c:v>2.8747734921045821E-3</c:v>
                </c:pt>
                <c:pt idx="131">
                  <c:v>2.5007442402278021E-3</c:v>
                </c:pt>
                <c:pt idx="132">
                  <c:v>2.1405966865130728E-3</c:v>
                </c:pt>
                <c:pt idx="133">
                  <c:v>2.1887781516955734E-3</c:v>
                </c:pt>
                <c:pt idx="134">
                  <c:v>2.0098692725860731E-3</c:v>
                </c:pt>
                <c:pt idx="135">
                  <c:v>1.7368625420657519E-3</c:v>
                </c:pt>
                <c:pt idx="136">
                  <c:v>1.5949068081801709E-3</c:v>
                </c:pt>
                <c:pt idx="137">
                  <c:v>1.4653119337302615E-3</c:v>
                </c:pt>
                <c:pt idx="138">
                  <c:v>1.2942337561480716E-3</c:v>
                </c:pt>
                <c:pt idx="139">
                  <c:v>1.2573129691949262E-3</c:v>
                </c:pt>
                <c:pt idx="140">
                  <c:v>1.1188519285529382E-3</c:v>
                </c:pt>
                <c:pt idx="141">
                  <c:v>1.2152472171887134E-3</c:v>
                </c:pt>
                <c:pt idx="142">
                  <c:v>9.1703339373543882E-4</c:v>
                </c:pt>
                <c:pt idx="143">
                  <c:v>8.634157390629046E-4</c:v>
                </c:pt>
                <c:pt idx="144">
                  <c:v>8.4717188713435163E-4</c:v>
                </c:pt>
                <c:pt idx="145">
                  <c:v>7.5410950038829925E-4</c:v>
                </c:pt>
                <c:pt idx="146">
                  <c:v>7.1728578824747609E-4</c:v>
                </c:pt>
                <c:pt idx="147">
                  <c:v>6.5758477866942788E-4</c:v>
                </c:pt>
                <c:pt idx="148">
                  <c:v>6.5292518767797055E-4</c:v>
                </c:pt>
                <c:pt idx="149">
                  <c:v>6.4839502976960916E-4</c:v>
                </c:pt>
                <c:pt idx="150">
                  <c:v>4.4767667615842611E-4</c:v>
                </c:pt>
                <c:pt idx="151">
                  <c:v>4.422728449391665E-4</c:v>
                </c:pt>
                <c:pt idx="152">
                  <c:v>4.4414962464405904E-4</c:v>
                </c:pt>
                <c:pt idx="153">
                  <c:v>3.9221460005177324E-4</c:v>
                </c:pt>
                <c:pt idx="154">
                  <c:v>3.117201656743464E-4</c:v>
                </c:pt>
                <c:pt idx="155">
                  <c:v>2.5339438260419365E-4</c:v>
                </c:pt>
                <c:pt idx="156">
                  <c:v>3.6658684959875747E-4</c:v>
                </c:pt>
                <c:pt idx="157">
                  <c:v>3.2956898783329018E-4</c:v>
                </c:pt>
                <c:pt idx="158">
                  <c:v>3.2549184571576496E-4</c:v>
                </c:pt>
                <c:pt idx="159">
                  <c:v>2.7066075588920533E-4</c:v>
                </c:pt>
                <c:pt idx="160">
                  <c:v>3.1176870308050736E-4</c:v>
                </c:pt>
                <c:pt idx="161">
                  <c:v>2.4845003882992495E-4</c:v>
                </c:pt>
                <c:pt idx="162">
                  <c:v>2.9320476313745799E-4</c:v>
                </c:pt>
                <c:pt idx="163">
                  <c:v>3.0347851410820608E-4</c:v>
                </c:pt>
                <c:pt idx="164">
                  <c:v>1.9574488739321772E-4</c:v>
                </c:pt>
                <c:pt idx="165">
                  <c:v>2.6302420398653897E-4</c:v>
                </c:pt>
                <c:pt idx="166">
                  <c:v>9.0227802226249028E-5</c:v>
                </c:pt>
                <c:pt idx="167">
                  <c:v>1.1741522133057209E-4</c:v>
                </c:pt>
                <c:pt idx="168">
                  <c:v>2.324262231426353E-4</c:v>
                </c:pt>
                <c:pt idx="169">
                  <c:v>1.8941884545689881E-4</c:v>
                </c:pt>
                <c:pt idx="170">
                  <c:v>2.411305979808439E-4</c:v>
                </c:pt>
                <c:pt idx="171">
                  <c:v>1.1855746828889465E-4</c:v>
                </c:pt>
                <c:pt idx="172">
                  <c:v>8.611830183794978E-5</c:v>
                </c:pt>
                <c:pt idx="173">
                  <c:v>1.2154090085425836E-4</c:v>
                </c:pt>
                <c:pt idx="174">
                  <c:v>9.4007248252653375E-5</c:v>
                </c:pt>
                <c:pt idx="175">
                  <c:v>1.7404219518508932E-4</c:v>
                </c:pt>
                <c:pt idx="176">
                  <c:v>8.7357623608594353E-5</c:v>
                </c:pt>
                <c:pt idx="177">
                  <c:v>9.6204374838208652E-5</c:v>
                </c:pt>
                <c:pt idx="178">
                  <c:v>8.3400207092932966E-5</c:v>
                </c:pt>
                <c:pt idx="179">
                  <c:v>7.3197644317887656E-5</c:v>
                </c:pt>
                <c:pt idx="180">
                  <c:v>8.3820864612995085E-5</c:v>
                </c:pt>
                <c:pt idx="181">
                  <c:v>1.0282487703857106E-4</c:v>
                </c:pt>
                <c:pt idx="182">
                  <c:v>8.4416256795236876E-5</c:v>
                </c:pt>
                <c:pt idx="183">
                  <c:v>8.8011260678229363E-5</c:v>
                </c:pt>
                <c:pt idx="184">
                  <c:v>7.8313486927258612E-5</c:v>
                </c:pt>
                <c:pt idx="185">
                  <c:v>1.1300155319699716E-4</c:v>
                </c:pt>
                <c:pt idx="186">
                  <c:v>8.6493657778928304E-5</c:v>
                </c:pt>
                <c:pt idx="187">
                  <c:v>1.9589373543877814E-4</c:v>
                </c:pt>
                <c:pt idx="188">
                  <c:v>1.1827271550608337E-4</c:v>
                </c:pt>
                <c:pt idx="189">
                  <c:v>1.0312904478384676E-4</c:v>
                </c:pt>
                <c:pt idx="190">
                  <c:v>5.3756795236862538E-5</c:v>
                </c:pt>
                <c:pt idx="191">
                  <c:v>6.9499093968418326E-5</c:v>
                </c:pt>
                <c:pt idx="192">
                  <c:v>9.9514625938389848E-5</c:v>
                </c:pt>
                <c:pt idx="193">
                  <c:v>1.0934183277245665E-4</c:v>
                </c:pt>
                <c:pt idx="194">
                  <c:v>5.7422987315557855E-5</c:v>
                </c:pt>
                <c:pt idx="195">
                  <c:v>6.8677193890758477E-5</c:v>
                </c:pt>
                <c:pt idx="196">
                  <c:v>4.4712658555526797E-5</c:v>
                </c:pt>
                <c:pt idx="197">
                  <c:v>8.324488739321771E-5</c:v>
                </c:pt>
                <c:pt idx="198">
                  <c:v>6.8214470618690144E-5</c:v>
                </c:pt>
                <c:pt idx="199">
                  <c:v>1.0777892829407197E-4</c:v>
                </c:pt>
                <c:pt idx="200">
                  <c:v>1.5320023297954959E-4</c:v>
                </c:pt>
                <c:pt idx="201">
                  <c:v>1.9394253171110536E-4</c:v>
                </c:pt>
                <c:pt idx="202">
                  <c:v>1.2147294848563294E-5</c:v>
                </c:pt>
                <c:pt idx="203">
                  <c:v>5.4177452756924671E-5</c:v>
                </c:pt>
                <c:pt idx="204">
                  <c:v>6.1577789282940719E-5</c:v>
                </c:pt>
                <c:pt idx="205">
                  <c:v>7.1537665027180951E-5</c:v>
                </c:pt>
                <c:pt idx="206">
                  <c:v>1.4415609629821384E-4</c:v>
                </c:pt>
                <c:pt idx="207">
                  <c:v>1.197288376909138E-4</c:v>
                </c:pt>
                <c:pt idx="208">
                  <c:v>1.197288376909138E-4</c:v>
                </c:pt>
                <c:pt idx="209">
                  <c:v>6.5062775045301587E-5</c:v>
                </c:pt>
                <c:pt idx="210">
                  <c:v>8.3215764949521107E-5</c:v>
                </c:pt>
                <c:pt idx="211">
                  <c:v>6.311804297178359E-5</c:v>
                </c:pt>
                <c:pt idx="212">
                  <c:v>1.045884027957546E-4</c:v>
                </c:pt>
                <c:pt idx="213">
                  <c:v>3.3147812580895684E-5</c:v>
                </c:pt>
                <c:pt idx="214">
                  <c:v>3.1211493657778931E-5</c:v>
                </c:pt>
                <c:pt idx="215">
                  <c:v>7.0926093709552167E-5</c:v>
                </c:pt>
                <c:pt idx="216">
                  <c:v>6.9081672275433603E-5</c:v>
                </c:pt>
                <c:pt idx="217">
                  <c:v>1.239871861247735E-5</c:v>
                </c:pt>
                <c:pt idx="218">
                  <c:v>7.1052290965570807E-5</c:v>
                </c:pt>
                <c:pt idx="219">
                  <c:v>7.3608594356717574E-5</c:v>
                </c:pt>
                <c:pt idx="220">
                  <c:v>7.3608594356717574E-5</c:v>
                </c:pt>
                <c:pt idx="221">
                  <c:v>1.5073129691949262E-5</c:v>
                </c:pt>
                <c:pt idx="222">
                  <c:v>1.5073129691949262E-5</c:v>
                </c:pt>
                <c:pt idx="223">
                  <c:v>6.6716282681853487E-5</c:v>
                </c:pt>
                <c:pt idx="224">
                  <c:v>3.1998446803002847E-5</c:v>
                </c:pt>
                <c:pt idx="225">
                  <c:v>3.1998446803002847E-5</c:v>
                </c:pt>
                <c:pt idx="226">
                  <c:v>3.4649236344809737E-5</c:v>
                </c:pt>
                <c:pt idx="227">
                  <c:v>3.7820346880662703E-5</c:v>
                </c:pt>
                <c:pt idx="228">
                  <c:v>9.6602381568728973E-5</c:v>
                </c:pt>
                <c:pt idx="229">
                  <c:v>9.6602381568728973E-5</c:v>
                </c:pt>
                <c:pt idx="230">
                  <c:v>3.2516826300802485E-5</c:v>
                </c:pt>
                <c:pt idx="231">
                  <c:v>4.9990292518767801E-5</c:v>
                </c:pt>
                <c:pt idx="232">
                  <c:v>1.2669557338855812E-4</c:v>
                </c:pt>
                <c:pt idx="233">
                  <c:v>3.9664768314781261E-5</c:v>
                </c:pt>
                <c:pt idx="234">
                  <c:v>4.8954827853999483E-5</c:v>
                </c:pt>
                <c:pt idx="235">
                  <c:v>7.9740486668392454E-5</c:v>
                </c:pt>
                <c:pt idx="236">
                  <c:v>2.5247540771421177E-5</c:v>
                </c:pt>
                <c:pt idx="237">
                  <c:v>2.5247540771421177E-5</c:v>
                </c:pt>
                <c:pt idx="238">
                  <c:v>6.8017085166968675E-5</c:v>
                </c:pt>
                <c:pt idx="239">
                  <c:v>2.1005695055656225E-5</c:v>
                </c:pt>
                <c:pt idx="240">
                  <c:v>2.1005695055656225E-5</c:v>
                </c:pt>
                <c:pt idx="241">
                  <c:v>2.1005695055656225E-5</c:v>
                </c:pt>
                <c:pt idx="242">
                  <c:v>2.1005695055656225E-5</c:v>
                </c:pt>
                <c:pt idx="243">
                  <c:v>5.595715764949521E-5</c:v>
                </c:pt>
                <c:pt idx="244">
                  <c:v>5.595715764949521E-5</c:v>
                </c:pt>
                <c:pt idx="245">
                  <c:v>5.595715764949521E-5</c:v>
                </c:pt>
                <c:pt idx="246">
                  <c:v>7.477996375873674E-5</c:v>
                </c:pt>
                <c:pt idx="247">
                  <c:v>1.059021485891794E-4</c:v>
                </c:pt>
                <c:pt idx="248">
                  <c:v>1.1967706445767539E-4</c:v>
                </c:pt>
                <c:pt idx="249">
                  <c:v>8.6674864095262754E-5</c:v>
                </c:pt>
                <c:pt idx="250">
                  <c:v>1.9323388558115454E-6</c:v>
                </c:pt>
                <c:pt idx="251">
                  <c:v>2.5378591768055914E-5</c:v>
                </c:pt>
                <c:pt idx="252">
                  <c:v>6.1522780222624909E-5</c:v>
                </c:pt>
                <c:pt idx="253">
                  <c:v>1.2056044524980587E-4</c:v>
                </c:pt>
                <c:pt idx="254">
                  <c:v>1.0805397359565104E-4</c:v>
                </c:pt>
                <c:pt idx="255">
                  <c:v>3.512490292518768E-5</c:v>
                </c:pt>
                <c:pt idx="256">
                  <c:v>3.512490292518768E-5</c:v>
                </c:pt>
                <c:pt idx="257">
                  <c:v>4.2577012684442144E-6</c:v>
                </c:pt>
                <c:pt idx="258">
                  <c:v>3.5561739580636812E-5</c:v>
                </c:pt>
                <c:pt idx="259">
                  <c:v>3.5561739580636812E-5</c:v>
                </c:pt>
                <c:pt idx="260">
                  <c:v>1.5744887393217707E-6</c:v>
                </c:pt>
                <c:pt idx="261">
                  <c:v>2.6850569505565626E-5</c:v>
                </c:pt>
                <c:pt idx="262">
                  <c:v>3.294071964794202E-5</c:v>
                </c:pt>
                <c:pt idx="263">
                  <c:v>4.4457028216412115E-5</c:v>
                </c:pt>
                <c:pt idx="264">
                  <c:v>7.4453145223919235E-5</c:v>
                </c:pt>
                <c:pt idx="265">
                  <c:v>9.6414703598239704E-6</c:v>
                </c:pt>
                <c:pt idx="266">
                  <c:v>2.1147424281646389E-5</c:v>
                </c:pt>
                <c:pt idx="267">
                  <c:v>2.5075718353611187E-5</c:v>
                </c:pt>
                <c:pt idx="268">
                  <c:v>1.6260678229355422E-5</c:v>
                </c:pt>
                <c:pt idx="269">
                  <c:v>1.6260678229355422E-5</c:v>
                </c:pt>
                <c:pt idx="270">
                  <c:v>1.6260678229355422E-5</c:v>
                </c:pt>
                <c:pt idx="271">
                  <c:v>9.4512037276727934E-5</c:v>
                </c:pt>
                <c:pt idx="272">
                  <c:v>1.713079213046855E-4</c:v>
                </c:pt>
                <c:pt idx="273">
                  <c:v>4.6790059539218226E-5</c:v>
                </c:pt>
                <c:pt idx="274">
                  <c:v>1.8510548796272326E-5</c:v>
                </c:pt>
                <c:pt idx="275">
                  <c:v>5.0313875226507897E-5</c:v>
                </c:pt>
                <c:pt idx="276">
                  <c:v>7.6397877297437232E-5</c:v>
                </c:pt>
                <c:pt idx="277">
                  <c:v>7.6397877297437232E-5</c:v>
                </c:pt>
                <c:pt idx="278">
                  <c:v>5.7733626714988354E-5</c:v>
                </c:pt>
                <c:pt idx="279">
                  <c:v>5.7733626714988354E-5</c:v>
                </c:pt>
                <c:pt idx="280">
                  <c:v>5.7733626714988354E-5</c:v>
                </c:pt>
                <c:pt idx="281">
                  <c:v>5.7733626714988354E-5</c:v>
                </c:pt>
                <c:pt idx="282">
                  <c:v>1.2096168780740358E-4</c:v>
                </c:pt>
                <c:pt idx="283">
                  <c:v>1.8533523168521875E-5</c:v>
                </c:pt>
                <c:pt idx="284">
                  <c:v>1.8533523168521875E-5</c:v>
                </c:pt>
                <c:pt idx="285">
                  <c:v>2.5575006471654157E-5</c:v>
                </c:pt>
                <c:pt idx="286">
                  <c:v>1.1076236085943568E-4</c:v>
                </c:pt>
                <c:pt idx="287">
                  <c:v>1.9735632927776341E-5</c:v>
                </c:pt>
                <c:pt idx="288">
                  <c:v>1.9735632927776341E-5</c:v>
                </c:pt>
                <c:pt idx="289">
                  <c:v>1.9735632927776341E-5</c:v>
                </c:pt>
                <c:pt idx="290">
                  <c:v>1.9735632927776341E-5</c:v>
                </c:pt>
                <c:pt idx="291">
                  <c:v>3.4422728449391665E-5</c:v>
                </c:pt>
                <c:pt idx="292">
                  <c:v>3.4422728449391665E-5</c:v>
                </c:pt>
                <c:pt idx="293">
                  <c:v>1.3341962205539736E-4</c:v>
                </c:pt>
                <c:pt idx="294">
                  <c:v>1.9091703339373542E-5</c:v>
                </c:pt>
                <c:pt idx="295">
                  <c:v>1.9091703339373542E-5</c:v>
                </c:pt>
                <c:pt idx="296">
                  <c:v>1.9091703339373542E-5</c:v>
                </c:pt>
                <c:pt idx="297">
                  <c:v>6.6143541289153507E-5</c:v>
                </c:pt>
                <c:pt idx="298">
                  <c:v>5.6050996634739845E-5</c:v>
                </c:pt>
                <c:pt idx="299">
                  <c:v>7.5126197256018647E-5</c:v>
                </c:pt>
                <c:pt idx="300">
                  <c:v>7.5126197256018647E-5</c:v>
                </c:pt>
                <c:pt idx="301">
                  <c:v>7.5126197256018647E-5</c:v>
                </c:pt>
                <c:pt idx="302">
                  <c:v>1.1363577530416776E-6</c:v>
                </c:pt>
                <c:pt idx="303">
                  <c:v>1.1363577530416776E-6</c:v>
                </c:pt>
                <c:pt idx="304">
                  <c:v>5.5753300543618949E-5</c:v>
                </c:pt>
                <c:pt idx="305">
                  <c:v>1.7124967641729226E-5</c:v>
                </c:pt>
                <c:pt idx="306">
                  <c:v>1.7124967641729226E-5</c:v>
                </c:pt>
                <c:pt idx="307">
                  <c:v>8.7176417292259903E-5</c:v>
                </c:pt>
                <c:pt idx="308">
                  <c:v>4.9275174734662183E-5</c:v>
                </c:pt>
                <c:pt idx="309">
                  <c:v>4.9275174734662183E-5</c:v>
                </c:pt>
                <c:pt idx="310">
                  <c:v>4.9275174734662183E-5</c:v>
                </c:pt>
                <c:pt idx="311">
                  <c:v>4.0014237639140564E-5</c:v>
                </c:pt>
                <c:pt idx="312">
                  <c:v>9.1706575200621284E-6</c:v>
                </c:pt>
                <c:pt idx="313">
                  <c:v>2.1936642505824489E-5</c:v>
                </c:pt>
                <c:pt idx="314">
                  <c:v>2.1936642505824489E-5</c:v>
                </c:pt>
                <c:pt idx="315">
                  <c:v>2.1936642505824489E-5</c:v>
                </c:pt>
                <c:pt idx="316">
                  <c:v>2.0216153248770388E-4</c:v>
                </c:pt>
                <c:pt idx="317">
                  <c:v>2.3279187160238157E-4</c:v>
                </c:pt>
                <c:pt idx="318">
                  <c:v>1.2770838726378463E-4</c:v>
                </c:pt>
                <c:pt idx="319">
                  <c:v>6.7615842609370958E-5</c:v>
                </c:pt>
                <c:pt idx="320">
                  <c:v>6.7615842609370958E-5</c:v>
                </c:pt>
                <c:pt idx="321">
                  <c:v>2.1082060574682889E-5</c:v>
                </c:pt>
                <c:pt idx="322">
                  <c:v>2.1082060574682889E-5</c:v>
                </c:pt>
                <c:pt idx="323">
                  <c:v>1.3444537923893348E-5</c:v>
                </c:pt>
                <c:pt idx="324">
                  <c:v>1.3444537923893348E-5</c:v>
                </c:pt>
                <c:pt idx="325">
                  <c:v>5.6109241522133057E-5</c:v>
                </c:pt>
                <c:pt idx="326">
                  <c:v>5.6109241522133057E-5</c:v>
                </c:pt>
                <c:pt idx="327">
                  <c:v>5.6109241522133057E-5</c:v>
                </c:pt>
                <c:pt idx="328">
                  <c:v>1.7123349728190526E-4</c:v>
                </c:pt>
                <c:pt idx="329">
                  <c:v>1.7123349728190526E-4</c:v>
                </c:pt>
                <c:pt idx="330">
                  <c:v>2.8133574941755114E-4</c:v>
                </c:pt>
                <c:pt idx="331">
                  <c:v>2.9319505565622574E-5</c:v>
                </c:pt>
                <c:pt idx="332">
                  <c:v>1.8754853740616102E-4</c:v>
                </c:pt>
                <c:pt idx="333">
                  <c:v>9.9747605487962722E-6</c:v>
                </c:pt>
                <c:pt idx="334">
                  <c:v>9.9747605487962722E-6</c:v>
                </c:pt>
                <c:pt idx="335">
                  <c:v>4.5272456639917166E-5</c:v>
                </c:pt>
                <c:pt idx="336">
                  <c:v>1.4250906031581674E-4</c:v>
                </c:pt>
                <c:pt idx="337">
                  <c:v>7.9513978772974381E-5</c:v>
                </c:pt>
                <c:pt idx="338">
                  <c:v>7.9513978772974381E-5</c:v>
                </c:pt>
                <c:pt idx="339">
                  <c:v>7.9513978772974381E-5</c:v>
                </c:pt>
                <c:pt idx="340">
                  <c:v>7.9513978772974381E-5</c:v>
                </c:pt>
                <c:pt idx="341">
                  <c:v>7.9513978772974381E-5</c:v>
                </c:pt>
                <c:pt idx="342">
                  <c:v>7.9513978772974381E-5</c:v>
                </c:pt>
                <c:pt idx="343">
                  <c:v>7.9513978772974381E-5</c:v>
                </c:pt>
                <c:pt idx="344">
                  <c:v>1.312742687030805E-4</c:v>
                </c:pt>
                <c:pt idx="345">
                  <c:v>3.8257183536111834E-4</c:v>
                </c:pt>
                <c:pt idx="346">
                  <c:v>1.256601087237898E-4</c:v>
                </c:pt>
                <c:pt idx="347">
                  <c:v>1.256601087237898E-4</c:v>
                </c:pt>
                <c:pt idx="348">
                  <c:v>2.0490874967641728E-4</c:v>
                </c:pt>
                <c:pt idx="349">
                  <c:v>2.5429717835878852E-4</c:v>
                </c:pt>
                <c:pt idx="350">
                  <c:v>2.5429717835878852E-4</c:v>
                </c:pt>
                <c:pt idx="351">
                  <c:v>4.2729096557079995E-4</c:v>
                </c:pt>
                <c:pt idx="352">
                  <c:v>6.0225213564587112E-4</c:v>
                </c:pt>
                <c:pt idx="353">
                  <c:v>9.7560186383639663E-5</c:v>
                </c:pt>
                <c:pt idx="354">
                  <c:v>9.7560186383639663E-5</c:v>
                </c:pt>
                <c:pt idx="355">
                  <c:v>9.7560186383639663E-5</c:v>
                </c:pt>
                <c:pt idx="356">
                  <c:v>4.6903313486927262E-5</c:v>
                </c:pt>
                <c:pt idx="357">
                  <c:v>4.6903313486927262E-5</c:v>
                </c:pt>
                <c:pt idx="358">
                  <c:v>4.6903313486927262E-5</c:v>
                </c:pt>
                <c:pt idx="359">
                  <c:v>2.9215311933730265E-4</c:v>
                </c:pt>
                <c:pt idx="360">
                  <c:v>6.0966217965311943E-5</c:v>
                </c:pt>
                <c:pt idx="361">
                  <c:v>6.0966217965311943E-5</c:v>
                </c:pt>
                <c:pt idx="362">
                  <c:v>6.0966217965311943E-5</c:v>
                </c:pt>
                <c:pt idx="363">
                  <c:v>1.058633186642506E-4</c:v>
                </c:pt>
                <c:pt idx="364">
                  <c:v>1.058633186642506E-4</c:v>
                </c:pt>
                <c:pt idx="365">
                  <c:v>1.7001682630080249E-4</c:v>
                </c:pt>
                <c:pt idx="366">
                  <c:v>1.7001682630080249E-4</c:v>
                </c:pt>
                <c:pt idx="367">
                  <c:v>1.7001682630080249E-4</c:v>
                </c:pt>
                <c:pt idx="368">
                  <c:v>5.7691560962982148E-5</c:v>
                </c:pt>
                <c:pt idx="369">
                  <c:v>6.7318146518250072E-4</c:v>
                </c:pt>
                <c:pt idx="370">
                  <c:v>7.8187289671239973E-5</c:v>
                </c:pt>
                <c:pt idx="371">
                  <c:v>7.8187289671239973E-5</c:v>
                </c:pt>
                <c:pt idx="372">
                  <c:v>7.8187289671239973E-5</c:v>
                </c:pt>
                <c:pt idx="373">
                  <c:v>4.2392570541030294E-4</c:v>
                </c:pt>
                <c:pt idx="374">
                  <c:v>4.3343903701786179E-4</c:v>
                </c:pt>
                <c:pt idx="375">
                  <c:v>4.8747734921045823E-4</c:v>
                </c:pt>
                <c:pt idx="376">
                  <c:v>4.8747734921045823E-4</c:v>
                </c:pt>
                <c:pt idx="377">
                  <c:v>4.8747734921045823E-4</c:v>
                </c:pt>
                <c:pt idx="378">
                  <c:v>4.8747734921045823E-4</c:v>
                </c:pt>
                <c:pt idx="379">
                  <c:v>9.1952498058503758E-5</c:v>
                </c:pt>
                <c:pt idx="380">
                  <c:v>4.7181594615583748E-5</c:v>
                </c:pt>
                <c:pt idx="381">
                  <c:v>4.7181594615583748E-5</c:v>
                </c:pt>
                <c:pt idx="382">
                  <c:v>4.7181594615583748E-5</c:v>
                </c:pt>
                <c:pt idx="383">
                  <c:v>4.7181594615583748E-5</c:v>
                </c:pt>
                <c:pt idx="384">
                  <c:v>4.7181594615583748E-5</c:v>
                </c:pt>
                <c:pt idx="385">
                  <c:v>4.7181594615583748E-5</c:v>
                </c:pt>
                <c:pt idx="386">
                  <c:v>4.7181594615583748E-5</c:v>
                </c:pt>
                <c:pt idx="387">
                  <c:v>4.2460522909655715E-4</c:v>
                </c:pt>
                <c:pt idx="388">
                  <c:v>4.2460522909655715E-4</c:v>
                </c:pt>
                <c:pt idx="389">
                  <c:v>4.3101216670981109E-4</c:v>
                </c:pt>
                <c:pt idx="390">
                  <c:v>7.2246311157131763E-4</c:v>
                </c:pt>
                <c:pt idx="391">
                  <c:v>5.2986668392441107E-4</c:v>
                </c:pt>
                <c:pt idx="392">
                  <c:v>5.6982914833031331E-4</c:v>
                </c:pt>
                <c:pt idx="393">
                  <c:v>5.6982914833031331E-4</c:v>
                </c:pt>
                <c:pt idx="394">
                  <c:v>5.6982914833031331E-4</c:v>
                </c:pt>
                <c:pt idx="395">
                  <c:v>3.8114807144706189E-5</c:v>
                </c:pt>
                <c:pt idx="396">
                  <c:v>6.2166709811027697E-4</c:v>
                </c:pt>
                <c:pt idx="397">
                  <c:v>3.2301967382863061E-4</c:v>
                </c:pt>
                <c:pt idx="398">
                  <c:v>3.2301967382863061E-4</c:v>
                </c:pt>
                <c:pt idx="399">
                  <c:v>3.2301967382863061E-4</c:v>
                </c:pt>
                <c:pt idx="400">
                  <c:v>4.5253041677452763E-4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23DE-4FEA-85D8-262164D9E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1149920"/>
        <c:axId val="1291150464"/>
      </c:scatterChart>
      <c:valAx>
        <c:axId val="1291149920"/>
        <c:scaling>
          <c:orientation val="minMax"/>
          <c:max val="550"/>
          <c:min val="35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altLang="zh-CN" sz="1200"/>
                </a:pPr>
                <a:r>
                  <a:rPr lang="en-US"/>
                  <a:t>Wavelength(nm)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1291150464"/>
        <c:crosses val="autoZero"/>
        <c:crossBetween val="midCat"/>
        <c:majorUnit val="50"/>
      </c:valAx>
      <c:valAx>
        <c:axId val="1291150464"/>
        <c:scaling>
          <c:orientation val="minMax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altLang="zh-CN" sz="1200"/>
                </a:pPr>
                <a:r>
                  <a:rPr lang="en-US"/>
                  <a:t>Normalized Intensity(a.u)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zh-CN"/>
          </a:p>
        </c:txPr>
        <c:crossAx val="1291149920"/>
        <c:crossesAt val="350"/>
        <c:crossBetween val="midCat"/>
        <c:majorUnit val="0.2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altLang="zh-CN" sz="1400"/>
            </a:pPr>
            <a:r>
              <a:rPr lang="en-GB"/>
              <a:t>Aging</a:t>
            </a:r>
            <a:r>
              <a:rPr lang="zh-CN"/>
              <a:t>：</a:t>
            </a:r>
            <a:r>
              <a:rPr lang="en-GB"/>
              <a:t>Luminance vs Time @50mA/cm2 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9419289971358078"/>
          <c:y val="0.26295968302498107"/>
          <c:w val="0.68042592457847428"/>
          <c:h val="0.625782749432366"/>
        </c:manualLayout>
      </c:layout>
      <c:scatterChart>
        <c:scatterStyle val="smoothMarker"/>
        <c:varyColors val="0"/>
        <c:ser>
          <c:idx val="5"/>
          <c:order val="5"/>
          <c:tx>
            <c:v>4-3-1-P3-CC2.04</c:v>
          </c:tx>
          <c:spPr>
            <a:ln w="38100"/>
          </c:spPr>
          <c:marker>
            <c:symbol val="none"/>
          </c:marker>
          <c:xVal>
            <c:numRef>
              <c:f>'life test'!$CT$76:$CT$190</c:f>
              <c:numCache>
                <c:formatCode>General</c:formatCode>
                <c:ptCount val="115"/>
                <c:pt idx="0">
                  <c:v>0</c:v>
                </c:pt>
                <c:pt idx="1">
                  <c:v>0</c:v>
                </c:pt>
                <c:pt idx="2">
                  <c:v>0.16666800000000004</c:v>
                </c:pt>
                <c:pt idx="3">
                  <c:v>0.33333600000000008</c:v>
                </c:pt>
                <c:pt idx="4">
                  <c:v>0.50000400000000012</c:v>
                </c:pt>
                <c:pt idx="5">
                  <c:v>0.66667100000000001</c:v>
                </c:pt>
                <c:pt idx="6">
                  <c:v>0.83333799999999991</c:v>
                </c:pt>
                <c:pt idx="7">
                  <c:v>1.000006</c:v>
                </c:pt>
                <c:pt idx="8">
                  <c:v>1.166674</c:v>
                </c:pt>
                <c:pt idx="9">
                  <c:v>1.3333409999999999</c:v>
                </c:pt>
                <c:pt idx="10">
                  <c:v>1.5000080000000002</c:v>
                </c:pt>
                <c:pt idx="11">
                  <c:v>1.6666760000000003</c:v>
                </c:pt>
                <c:pt idx="12">
                  <c:v>1.8333440000000003</c:v>
                </c:pt>
                <c:pt idx="13">
                  <c:v>2.0000109999999998</c:v>
                </c:pt>
                <c:pt idx="14">
                  <c:v>2.1666790000000002</c:v>
                </c:pt>
                <c:pt idx="15">
                  <c:v>2.3333469999999998</c:v>
                </c:pt>
                <c:pt idx="16">
                  <c:v>2.5000140000000002</c:v>
                </c:pt>
                <c:pt idx="17">
                  <c:v>2.6666829999999999</c:v>
                </c:pt>
                <c:pt idx="18">
                  <c:v>2.8333520000000005</c:v>
                </c:pt>
                <c:pt idx="19">
                  <c:v>3.000019</c:v>
                </c:pt>
                <c:pt idx="20">
                  <c:v>3.1666860000000003</c:v>
                </c:pt>
                <c:pt idx="21">
                  <c:v>3.3333539999999999</c:v>
                </c:pt>
                <c:pt idx="22">
                  <c:v>3.5000210000000003</c:v>
                </c:pt>
                <c:pt idx="23">
                  <c:v>3.6666889999999999</c:v>
                </c:pt>
                <c:pt idx="24">
                  <c:v>3.8333560000000002</c:v>
                </c:pt>
                <c:pt idx="25">
                  <c:v>4.0000239999999998</c:v>
                </c:pt>
                <c:pt idx="26">
                  <c:v>4.1666930000000004</c:v>
                </c:pt>
                <c:pt idx="27">
                  <c:v>4.3333599999999999</c:v>
                </c:pt>
                <c:pt idx="28">
                  <c:v>4.5000270000000002</c:v>
                </c:pt>
                <c:pt idx="29">
                  <c:v>4.6666939999999997</c:v>
                </c:pt>
                <c:pt idx="30">
                  <c:v>4.8333620000000002</c:v>
                </c:pt>
                <c:pt idx="31">
                  <c:v>5.0000299999999998</c:v>
                </c:pt>
                <c:pt idx="32">
                  <c:v>5.1666970000000001</c:v>
                </c:pt>
                <c:pt idx="33">
                  <c:v>5.3333649999999997</c:v>
                </c:pt>
                <c:pt idx="34">
                  <c:v>5.500032</c:v>
                </c:pt>
                <c:pt idx="35">
                  <c:v>5.6666990000000004</c:v>
                </c:pt>
                <c:pt idx="36">
                  <c:v>5.833367</c:v>
                </c:pt>
                <c:pt idx="37">
                  <c:v>6.0000350000000005</c:v>
                </c:pt>
                <c:pt idx="38">
                  <c:v>6.166703</c:v>
                </c:pt>
                <c:pt idx="39">
                  <c:v>6.3333700000000004</c:v>
                </c:pt>
                <c:pt idx="40">
                  <c:v>6.5000370000000007</c:v>
                </c:pt>
                <c:pt idx="41">
                  <c:v>6.6667050000000003</c:v>
                </c:pt>
                <c:pt idx="42">
                  <c:v>6.8333729999999999</c:v>
                </c:pt>
                <c:pt idx="43">
                  <c:v>7.0000409999999995</c:v>
                </c:pt>
                <c:pt idx="44">
                  <c:v>7.1667090000000009</c:v>
                </c:pt>
                <c:pt idx="45">
                  <c:v>7.3333770000000005</c:v>
                </c:pt>
                <c:pt idx="46">
                  <c:v>7.5000440000000008</c:v>
                </c:pt>
                <c:pt idx="47">
                  <c:v>7.6667120000000004</c:v>
                </c:pt>
                <c:pt idx="48">
                  <c:v>7.8333779999999997</c:v>
                </c:pt>
                <c:pt idx="49">
                  <c:v>8.0000459999999993</c:v>
                </c:pt>
                <c:pt idx="50">
                  <c:v>8.5000470000000004</c:v>
                </c:pt>
                <c:pt idx="51">
                  <c:v>9.0000479999999996</c:v>
                </c:pt>
                <c:pt idx="52">
                  <c:v>9.5000499999999999</c:v>
                </c:pt>
                <c:pt idx="53">
                  <c:v>10.000051000000001</c:v>
                </c:pt>
                <c:pt idx="54">
                  <c:v>10.500051000000001</c:v>
                </c:pt>
                <c:pt idx="55">
                  <c:v>11.000051000000001</c:v>
                </c:pt>
                <c:pt idx="56">
                  <c:v>11.500052999999999</c:v>
                </c:pt>
                <c:pt idx="57">
                  <c:v>12.000052999999999</c:v>
                </c:pt>
                <c:pt idx="58">
                  <c:v>12.500054</c:v>
                </c:pt>
                <c:pt idx="59">
                  <c:v>13.000055</c:v>
                </c:pt>
                <c:pt idx="60">
                  <c:v>13.500055</c:v>
                </c:pt>
                <c:pt idx="61">
                  <c:v>14.000056000000001</c:v>
                </c:pt>
                <c:pt idx="62">
                  <c:v>14.500057000000002</c:v>
                </c:pt>
                <c:pt idx="63">
                  <c:v>15.000057999999999</c:v>
                </c:pt>
                <c:pt idx="64">
                  <c:v>15.500059</c:v>
                </c:pt>
                <c:pt idx="65">
                  <c:v>16.000059</c:v>
                </c:pt>
                <c:pt idx="66">
                  <c:v>16.500060000000001</c:v>
                </c:pt>
                <c:pt idx="67">
                  <c:v>17.000060999999999</c:v>
                </c:pt>
                <c:pt idx="68">
                  <c:v>17.500062</c:v>
                </c:pt>
                <c:pt idx="69">
                  <c:v>18.000063000000001</c:v>
                </c:pt>
                <c:pt idx="70">
                  <c:v>18.502223000000001</c:v>
                </c:pt>
                <c:pt idx="71">
                  <c:v>19.002224000000002</c:v>
                </c:pt>
                <c:pt idx="72">
                  <c:v>19.502229</c:v>
                </c:pt>
                <c:pt idx="73">
                  <c:v>20.002229</c:v>
                </c:pt>
                <c:pt idx="74">
                  <c:v>20.502231999999999</c:v>
                </c:pt>
                <c:pt idx="75">
                  <c:v>21.002233</c:v>
                </c:pt>
                <c:pt idx="76">
                  <c:v>21.502234000000001</c:v>
                </c:pt>
                <c:pt idx="77">
                  <c:v>22.002236</c:v>
                </c:pt>
                <c:pt idx="78">
                  <c:v>22.502237000000001</c:v>
                </c:pt>
                <c:pt idx="79">
                  <c:v>23.002241000000001</c:v>
                </c:pt>
                <c:pt idx="80">
                  <c:v>23.502243</c:v>
                </c:pt>
                <c:pt idx="81">
                  <c:v>24.002244000000001</c:v>
                </c:pt>
                <c:pt idx="82">
                  <c:v>24.502246</c:v>
                </c:pt>
                <c:pt idx="83">
                  <c:v>25.002247000000001</c:v>
                </c:pt>
                <c:pt idx="84">
                  <c:v>25.502248000000002</c:v>
                </c:pt>
                <c:pt idx="85">
                  <c:v>26.002248000000002</c:v>
                </c:pt>
                <c:pt idx="86">
                  <c:v>26.502251000000001</c:v>
                </c:pt>
                <c:pt idx="87">
                  <c:v>27.002251000000001</c:v>
                </c:pt>
                <c:pt idx="88">
                  <c:v>27.502253</c:v>
                </c:pt>
                <c:pt idx="89">
                  <c:v>28.002253</c:v>
                </c:pt>
                <c:pt idx="90">
                  <c:v>28.502255000000002</c:v>
                </c:pt>
                <c:pt idx="91">
                  <c:v>29.002258000000001</c:v>
                </c:pt>
                <c:pt idx="92">
                  <c:v>29.502258999999999</c:v>
                </c:pt>
                <c:pt idx="93">
                  <c:v>30.002261999999998</c:v>
                </c:pt>
                <c:pt idx="94">
                  <c:v>30.502261999999998</c:v>
                </c:pt>
                <c:pt idx="95">
                  <c:v>31.002263000000003</c:v>
                </c:pt>
                <c:pt idx="96">
                  <c:v>31.502267</c:v>
                </c:pt>
                <c:pt idx="97">
                  <c:v>32.002268000000001</c:v>
                </c:pt>
                <c:pt idx="98">
                  <c:v>32.502268999999998</c:v>
                </c:pt>
                <c:pt idx="99">
                  <c:v>33.002268999999998</c:v>
                </c:pt>
                <c:pt idx="100">
                  <c:v>33.502269999999996</c:v>
                </c:pt>
                <c:pt idx="101">
                  <c:v>34.002270999999993</c:v>
                </c:pt>
                <c:pt idx="102">
                  <c:v>34.502272000000005</c:v>
                </c:pt>
                <c:pt idx="103">
                  <c:v>35.002274</c:v>
                </c:pt>
                <c:pt idx="104">
                  <c:v>35.502274999999997</c:v>
                </c:pt>
                <c:pt idx="105">
                  <c:v>36.002277000000007</c:v>
                </c:pt>
                <c:pt idx="106">
                  <c:v>36.502279999999999</c:v>
                </c:pt>
                <c:pt idx="107">
                  <c:v>37.002280999999996</c:v>
                </c:pt>
                <c:pt idx="108">
                  <c:v>37.502280999999996</c:v>
                </c:pt>
                <c:pt idx="109">
                  <c:v>38.002283000000006</c:v>
                </c:pt>
                <c:pt idx="110">
                  <c:v>38.502285000000001</c:v>
                </c:pt>
                <c:pt idx="111">
                  <c:v>39.002288000000007</c:v>
                </c:pt>
                <c:pt idx="112">
                  <c:v>39.502290000000002</c:v>
                </c:pt>
                <c:pt idx="113">
                  <c:v>40.002291999999997</c:v>
                </c:pt>
                <c:pt idx="114">
                  <c:v>40.502292999999995</c:v>
                </c:pt>
              </c:numCache>
            </c:numRef>
          </c:xVal>
          <c:yVal>
            <c:numRef>
              <c:f>'life test'!$CU$76:$CU$190</c:f>
              <c:numCache>
                <c:formatCode>General</c:formatCode>
                <c:ptCount val="115"/>
                <c:pt idx="0">
                  <c:v>0</c:v>
                </c:pt>
                <c:pt idx="1">
                  <c:v>100</c:v>
                </c:pt>
                <c:pt idx="2">
                  <c:v>99.894310874845544</c:v>
                </c:pt>
                <c:pt idx="3">
                  <c:v>99.793551903050613</c:v>
                </c:pt>
                <c:pt idx="4">
                  <c:v>99.694736150372322</c:v>
                </c:pt>
                <c:pt idx="5">
                  <c:v>99.599247628717634</c:v>
                </c:pt>
                <c:pt idx="6">
                  <c:v>99.508705860265394</c:v>
                </c:pt>
                <c:pt idx="7">
                  <c:v>99.421097076566383</c:v>
                </c:pt>
                <c:pt idx="8">
                  <c:v>99.335745871510099</c:v>
                </c:pt>
                <c:pt idx="9">
                  <c:v>99.250676863784193</c:v>
                </c:pt>
                <c:pt idx="10">
                  <c:v>99.168975549199047</c:v>
                </c:pt>
                <c:pt idx="11">
                  <c:v>99.091370245864638</c:v>
                </c:pt>
                <c:pt idx="12">
                  <c:v>99.019198278629503</c:v>
                </c:pt>
                <c:pt idx="13">
                  <c:v>98.947606268407796</c:v>
                </c:pt>
                <c:pt idx="14">
                  <c:v>98.877543518718923</c:v>
                </c:pt>
                <c:pt idx="15">
                  <c:v>98.808250586747391</c:v>
                </c:pt>
                <c:pt idx="16">
                  <c:v>98.740195380566647</c:v>
                </c:pt>
                <c:pt idx="17">
                  <c:v>98.67366217248744</c:v>
                </c:pt>
                <c:pt idx="18">
                  <c:v>98.608478739139002</c:v>
                </c:pt>
                <c:pt idx="19">
                  <c:v>98.544547556443959</c:v>
                </c:pt>
                <c:pt idx="20">
                  <c:v>98.480600811396187</c:v>
                </c:pt>
                <c:pt idx="21">
                  <c:v>98.419076605930528</c:v>
                </c:pt>
                <c:pt idx="22">
                  <c:v>98.355647568485082</c:v>
                </c:pt>
                <c:pt idx="23">
                  <c:v>98.293428244595461</c:v>
                </c:pt>
                <c:pt idx="24">
                  <c:v>98.233451974485945</c:v>
                </c:pt>
                <c:pt idx="25">
                  <c:v>98.175606709216623</c:v>
                </c:pt>
                <c:pt idx="26">
                  <c:v>98.118907870601817</c:v>
                </c:pt>
                <c:pt idx="27">
                  <c:v>98.062771351667323</c:v>
                </c:pt>
                <c:pt idx="28">
                  <c:v>98.006736506770949</c:v>
                </c:pt>
                <c:pt idx="29">
                  <c:v>97.952274496995187</c:v>
                </c:pt>
                <c:pt idx="30">
                  <c:v>97.898190133646793</c:v>
                </c:pt>
                <c:pt idx="31">
                  <c:v>97.843657574538426</c:v>
                </c:pt>
                <c:pt idx="32">
                  <c:v>97.787844752541673</c:v>
                </c:pt>
                <c:pt idx="33">
                  <c:v>97.736634237005958</c:v>
                </c:pt>
                <c:pt idx="34">
                  <c:v>97.687566138702422</c:v>
                </c:pt>
                <c:pt idx="35">
                  <c:v>97.635032823180723</c:v>
                </c:pt>
                <c:pt idx="36">
                  <c:v>97.583239238160999</c:v>
                </c:pt>
                <c:pt idx="37">
                  <c:v>97.533685594450844</c:v>
                </c:pt>
                <c:pt idx="38">
                  <c:v>97.484640320931405</c:v>
                </c:pt>
                <c:pt idx="39">
                  <c:v>97.437094220729392</c:v>
                </c:pt>
                <c:pt idx="40">
                  <c:v>97.389840692759591</c:v>
                </c:pt>
                <c:pt idx="41">
                  <c:v>97.343400557094881</c:v>
                </c:pt>
                <c:pt idx="42">
                  <c:v>97.295992443087485</c:v>
                </c:pt>
                <c:pt idx="43">
                  <c:v>97.247372540543935</c:v>
                </c:pt>
                <c:pt idx="44">
                  <c:v>97.201300713894909</c:v>
                </c:pt>
                <c:pt idx="45">
                  <c:v>97.156887834051872</c:v>
                </c:pt>
                <c:pt idx="46">
                  <c:v>97.111681274217233</c:v>
                </c:pt>
                <c:pt idx="47">
                  <c:v>97.066430102304636</c:v>
                </c:pt>
                <c:pt idx="48">
                  <c:v>97.023674094287159</c:v>
                </c:pt>
                <c:pt idx="49">
                  <c:v>96.978631457901756</c:v>
                </c:pt>
                <c:pt idx="50">
                  <c:v>96.852062842772511</c:v>
                </c:pt>
                <c:pt idx="51">
                  <c:v>96.728987457096409</c:v>
                </c:pt>
                <c:pt idx="52">
                  <c:v>96.603908677872937</c:v>
                </c:pt>
                <c:pt idx="53">
                  <c:v>96.483894925733026</c:v>
                </c:pt>
                <c:pt idx="54">
                  <c:v>96.364828402132105</c:v>
                </c:pt>
                <c:pt idx="55">
                  <c:v>96.249735465940063</c:v>
                </c:pt>
                <c:pt idx="56">
                  <c:v>96.138614042176513</c:v>
                </c:pt>
                <c:pt idx="57">
                  <c:v>96.024192362134215</c:v>
                </c:pt>
                <c:pt idx="58">
                  <c:v>95.917313235737453</c:v>
                </c:pt>
                <c:pt idx="59">
                  <c:v>95.807402563019906</c:v>
                </c:pt>
                <c:pt idx="60">
                  <c:v>95.698976538757194</c:v>
                </c:pt>
                <c:pt idx="61">
                  <c:v>95.590532877161351</c:v>
                </c:pt>
                <c:pt idx="62">
                  <c:v>95.485077187298529</c:v>
                </c:pt>
                <c:pt idx="63">
                  <c:v>95.380320765820471</c:v>
                </c:pt>
                <c:pt idx="64">
                  <c:v>95.276346611941975</c:v>
                </c:pt>
                <c:pt idx="65">
                  <c:v>95.177724869928298</c:v>
                </c:pt>
                <c:pt idx="66">
                  <c:v>95.075704310068303</c:v>
                </c:pt>
                <c:pt idx="67">
                  <c:v>94.977861723183651</c:v>
                </c:pt>
                <c:pt idx="68">
                  <c:v>94.880664455194079</c:v>
                </c:pt>
                <c:pt idx="69">
                  <c:v>94.785666666396921</c:v>
                </c:pt>
                <c:pt idx="70">
                  <c:v>94.683999890690046</c:v>
                </c:pt>
                <c:pt idx="71">
                  <c:v>94.590979558185637</c:v>
                </c:pt>
                <c:pt idx="72">
                  <c:v>94.494983703830428</c:v>
                </c:pt>
                <c:pt idx="73">
                  <c:v>94.402090982618788</c:v>
                </c:pt>
                <c:pt idx="74">
                  <c:v>94.307059994135685</c:v>
                </c:pt>
                <c:pt idx="75">
                  <c:v>94.213957699906672</c:v>
                </c:pt>
                <c:pt idx="76">
                  <c:v>94.121331613672595</c:v>
                </c:pt>
                <c:pt idx="77">
                  <c:v>94.030713070946675</c:v>
                </c:pt>
                <c:pt idx="78">
                  <c:v>93.940531311588657</c:v>
                </c:pt>
                <c:pt idx="79">
                  <c:v>93.846572050466762</c:v>
                </c:pt>
                <c:pt idx="80">
                  <c:v>93.7531450218098</c:v>
                </c:pt>
                <c:pt idx="81">
                  <c:v>93.656782933419251</c:v>
                </c:pt>
                <c:pt idx="82">
                  <c:v>93.560872153259211</c:v>
                </c:pt>
                <c:pt idx="83">
                  <c:v>93.46865380066788</c:v>
                </c:pt>
                <c:pt idx="84">
                  <c:v>93.374074120415301</c:v>
                </c:pt>
                <c:pt idx="85">
                  <c:v>93.283396440748831</c:v>
                </c:pt>
                <c:pt idx="86">
                  <c:v>93.189251468883796</c:v>
                </c:pt>
                <c:pt idx="87">
                  <c:v>93.098133893378844</c:v>
                </c:pt>
                <c:pt idx="88">
                  <c:v>93.004476541900786</c:v>
                </c:pt>
                <c:pt idx="89">
                  <c:v>92.90878985962074</c:v>
                </c:pt>
                <c:pt idx="90">
                  <c:v>92.816215647895916</c:v>
                </c:pt>
                <c:pt idx="91">
                  <c:v>92.727183427662993</c:v>
                </c:pt>
                <c:pt idx="92">
                  <c:v>92.640658821207381</c:v>
                </c:pt>
                <c:pt idx="93">
                  <c:v>92.55035360051734</c:v>
                </c:pt>
                <c:pt idx="94">
                  <c:v>92.464062429353405</c:v>
                </c:pt>
                <c:pt idx="95">
                  <c:v>92.380769604824337</c:v>
                </c:pt>
                <c:pt idx="96">
                  <c:v>92.295203639299771</c:v>
                </c:pt>
                <c:pt idx="97">
                  <c:v>92.206611314905317</c:v>
                </c:pt>
                <c:pt idx="98">
                  <c:v>92.119904110177131</c:v>
                </c:pt>
                <c:pt idx="99">
                  <c:v>92.038035759672198</c:v>
                </c:pt>
                <c:pt idx="100">
                  <c:v>91.95682414045443</c:v>
                </c:pt>
                <c:pt idx="101">
                  <c:v>91.874490994346559</c:v>
                </c:pt>
                <c:pt idx="102">
                  <c:v>91.791481404638034</c:v>
                </c:pt>
                <c:pt idx="103">
                  <c:v>91.708552739163949</c:v>
                </c:pt>
                <c:pt idx="104">
                  <c:v>91.624822093776785</c:v>
                </c:pt>
                <c:pt idx="105">
                  <c:v>91.541713942500678</c:v>
                </c:pt>
                <c:pt idx="106">
                  <c:v>91.460160989011996</c:v>
                </c:pt>
                <c:pt idx="107">
                  <c:v>91.376360831782435</c:v>
                </c:pt>
                <c:pt idx="108">
                  <c:v>91.293299367564643</c:v>
                </c:pt>
                <c:pt idx="109">
                  <c:v>91.210100954642442</c:v>
                </c:pt>
                <c:pt idx="110">
                  <c:v>91.127474198812223</c:v>
                </c:pt>
                <c:pt idx="111">
                  <c:v>91.045404575211364</c:v>
                </c:pt>
                <c:pt idx="112">
                  <c:v>90.960317930152286</c:v>
                </c:pt>
                <c:pt idx="113">
                  <c:v>90.883484519515562</c:v>
                </c:pt>
                <c:pt idx="114">
                  <c:v>90.806847194523826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253-40F4-8B0F-C25A45BF8E8D}"/>
            </c:ext>
          </c:extLst>
        </c:ser>
        <c:ser>
          <c:idx val="6"/>
          <c:order val="6"/>
          <c:tx>
            <c:v>4-3-2-P3-CC2.04</c:v>
          </c:tx>
          <c:spPr>
            <a:ln w="38100"/>
          </c:spPr>
          <c:marker>
            <c:symbol val="none"/>
          </c:marker>
          <c:xVal>
            <c:numRef>
              <c:f>'life test'!$DH$76:$DH$190</c:f>
              <c:numCache>
                <c:formatCode>General</c:formatCode>
                <c:ptCount val="115"/>
                <c:pt idx="0">
                  <c:v>0</c:v>
                </c:pt>
                <c:pt idx="1">
                  <c:v>0</c:v>
                </c:pt>
                <c:pt idx="2">
                  <c:v>0.16666800000000004</c:v>
                </c:pt>
                <c:pt idx="3">
                  <c:v>0.33333700000000022</c:v>
                </c:pt>
                <c:pt idx="4">
                  <c:v>0.50000400000000012</c:v>
                </c:pt>
                <c:pt idx="5">
                  <c:v>0.66666999999999987</c:v>
                </c:pt>
                <c:pt idx="6">
                  <c:v>0.83333799999999991</c:v>
                </c:pt>
                <c:pt idx="7">
                  <c:v>1.0000049999999998</c:v>
                </c:pt>
                <c:pt idx="8">
                  <c:v>1.1666729999999998</c:v>
                </c:pt>
                <c:pt idx="9">
                  <c:v>1.333342</c:v>
                </c:pt>
                <c:pt idx="10">
                  <c:v>1.5000089999999999</c:v>
                </c:pt>
                <c:pt idx="11">
                  <c:v>1.6666759999999998</c:v>
                </c:pt>
                <c:pt idx="12">
                  <c:v>1.8333430000000002</c:v>
                </c:pt>
                <c:pt idx="13">
                  <c:v>2.0000110000000002</c:v>
                </c:pt>
                <c:pt idx="14">
                  <c:v>2.1666779999999997</c:v>
                </c:pt>
                <c:pt idx="15">
                  <c:v>2.333345</c:v>
                </c:pt>
                <c:pt idx="16">
                  <c:v>2.5000120000000003</c:v>
                </c:pt>
                <c:pt idx="17">
                  <c:v>2.6666799999999999</c:v>
                </c:pt>
                <c:pt idx="18">
                  <c:v>2.8333489999999997</c:v>
                </c:pt>
                <c:pt idx="19">
                  <c:v>3.000016</c:v>
                </c:pt>
                <c:pt idx="20">
                  <c:v>3.1666830000000004</c:v>
                </c:pt>
                <c:pt idx="21">
                  <c:v>3.3333499999999998</c:v>
                </c:pt>
                <c:pt idx="22">
                  <c:v>3.5000170000000002</c:v>
                </c:pt>
                <c:pt idx="23">
                  <c:v>3.6666849999999998</c:v>
                </c:pt>
                <c:pt idx="24">
                  <c:v>3.8333530000000002</c:v>
                </c:pt>
                <c:pt idx="25">
                  <c:v>4.0000199999999992</c:v>
                </c:pt>
                <c:pt idx="26">
                  <c:v>4.1666889999999999</c:v>
                </c:pt>
                <c:pt idx="27">
                  <c:v>4.3333560000000002</c:v>
                </c:pt>
                <c:pt idx="28">
                  <c:v>4.5000230000000006</c:v>
                </c:pt>
                <c:pt idx="29">
                  <c:v>4.6666910000000001</c:v>
                </c:pt>
                <c:pt idx="30">
                  <c:v>4.8333589999999997</c:v>
                </c:pt>
                <c:pt idx="31">
                  <c:v>5.0000269999999993</c:v>
                </c:pt>
                <c:pt idx="32">
                  <c:v>5.1666950000000007</c:v>
                </c:pt>
                <c:pt idx="33">
                  <c:v>5.3333630000000003</c:v>
                </c:pt>
                <c:pt idx="34">
                  <c:v>5.5000309999999999</c:v>
                </c:pt>
                <c:pt idx="35">
                  <c:v>5.6666980000000002</c:v>
                </c:pt>
                <c:pt idx="36">
                  <c:v>5.8333650000000006</c:v>
                </c:pt>
                <c:pt idx="37">
                  <c:v>6.0000330000000002</c:v>
                </c:pt>
                <c:pt idx="38">
                  <c:v>6.1666999999999987</c:v>
                </c:pt>
                <c:pt idx="39">
                  <c:v>6.3333680000000001</c:v>
                </c:pt>
                <c:pt idx="40">
                  <c:v>6.5000359999999997</c:v>
                </c:pt>
                <c:pt idx="41">
                  <c:v>6.666703</c:v>
                </c:pt>
                <c:pt idx="42">
                  <c:v>6.8333700000000004</c:v>
                </c:pt>
                <c:pt idx="43">
                  <c:v>7.000036999999999</c:v>
                </c:pt>
                <c:pt idx="44">
                  <c:v>7.1667039999999993</c:v>
                </c:pt>
                <c:pt idx="45">
                  <c:v>7.3333719999999989</c:v>
                </c:pt>
                <c:pt idx="46">
                  <c:v>7.5000409999999995</c:v>
                </c:pt>
                <c:pt idx="47">
                  <c:v>7.6667079999999999</c:v>
                </c:pt>
                <c:pt idx="48">
                  <c:v>7.8333750000000002</c:v>
                </c:pt>
                <c:pt idx="49">
                  <c:v>8.000043999999999</c:v>
                </c:pt>
                <c:pt idx="50">
                  <c:v>8.5000450000000001</c:v>
                </c:pt>
                <c:pt idx="51">
                  <c:v>9.0000470000000004</c:v>
                </c:pt>
                <c:pt idx="52">
                  <c:v>9.5000479999999996</c:v>
                </c:pt>
                <c:pt idx="53">
                  <c:v>10.00005</c:v>
                </c:pt>
                <c:pt idx="54">
                  <c:v>10.50005</c:v>
                </c:pt>
                <c:pt idx="55">
                  <c:v>11.000050999999999</c:v>
                </c:pt>
                <c:pt idx="56">
                  <c:v>11.500052</c:v>
                </c:pt>
                <c:pt idx="57">
                  <c:v>12.000052999999999</c:v>
                </c:pt>
                <c:pt idx="58">
                  <c:v>12.500054</c:v>
                </c:pt>
                <c:pt idx="59">
                  <c:v>13.000055</c:v>
                </c:pt>
                <c:pt idx="60">
                  <c:v>13.500055999999999</c:v>
                </c:pt>
                <c:pt idx="61">
                  <c:v>14.000057</c:v>
                </c:pt>
                <c:pt idx="62">
                  <c:v>14.500058999999998</c:v>
                </c:pt>
                <c:pt idx="63">
                  <c:v>15.000058999999998</c:v>
                </c:pt>
                <c:pt idx="64">
                  <c:v>15.50006</c:v>
                </c:pt>
                <c:pt idx="65">
                  <c:v>16.000061000000002</c:v>
                </c:pt>
                <c:pt idx="66">
                  <c:v>16.500061000000002</c:v>
                </c:pt>
                <c:pt idx="67">
                  <c:v>17.000065000000003</c:v>
                </c:pt>
                <c:pt idx="68">
                  <c:v>17.500066</c:v>
                </c:pt>
                <c:pt idx="69">
                  <c:v>18.000067000000001</c:v>
                </c:pt>
                <c:pt idx="70">
                  <c:v>18.510239000000002</c:v>
                </c:pt>
                <c:pt idx="71">
                  <c:v>19.010444</c:v>
                </c:pt>
                <c:pt idx="72">
                  <c:v>19.510449000000001</c:v>
                </c:pt>
                <c:pt idx="73">
                  <c:v>20.010451</c:v>
                </c:pt>
                <c:pt idx="74">
                  <c:v>20.510451</c:v>
                </c:pt>
                <c:pt idx="75">
                  <c:v>21.010453000000002</c:v>
                </c:pt>
                <c:pt idx="76">
                  <c:v>21.510454000000003</c:v>
                </c:pt>
                <c:pt idx="77">
                  <c:v>22.010455</c:v>
                </c:pt>
                <c:pt idx="78">
                  <c:v>22.510456000000001</c:v>
                </c:pt>
                <c:pt idx="79">
                  <c:v>23.010458</c:v>
                </c:pt>
                <c:pt idx="80">
                  <c:v>23.510460000000002</c:v>
                </c:pt>
                <c:pt idx="81">
                  <c:v>24.010461000000003</c:v>
                </c:pt>
                <c:pt idx="82">
                  <c:v>24.510462</c:v>
                </c:pt>
                <c:pt idx="83">
                  <c:v>25.010464000000002</c:v>
                </c:pt>
                <c:pt idx="84">
                  <c:v>25.510464000000002</c:v>
                </c:pt>
                <c:pt idx="85">
                  <c:v>26.010465</c:v>
                </c:pt>
                <c:pt idx="86">
                  <c:v>26.510467000000002</c:v>
                </c:pt>
                <c:pt idx="87">
                  <c:v>27.010469000000001</c:v>
                </c:pt>
                <c:pt idx="88">
                  <c:v>27.510471000000003</c:v>
                </c:pt>
                <c:pt idx="89">
                  <c:v>28.010471000000003</c:v>
                </c:pt>
                <c:pt idx="90">
                  <c:v>28.510473000000001</c:v>
                </c:pt>
                <c:pt idx="91">
                  <c:v>29.010473000000001</c:v>
                </c:pt>
                <c:pt idx="92">
                  <c:v>29.510474000000002</c:v>
                </c:pt>
                <c:pt idx="93">
                  <c:v>30.010476000000004</c:v>
                </c:pt>
                <c:pt idx="94">
                  <c:v>30.510477000000002</c:v>
                </c:pt>
                <c:pt idx="95">
                  <c:v>31.010479000000004</c:v>
                </c:pt>
                <c:pt idx="96">
                  <c:v>31.510480000000001</c:v>
                </c:pt>
                <c:pt idx="97">
                  <c:v>32.010480999999999</c:v>
                </c:pt>
                <c:pt idx="98">
                  <c:v>32.510483000000001</c:v>
                </c:pt>
                <c:pt idx="99">
                  <c:v>33.010483999999998</c:v>
                </c:pt>
                <c:pt idx="100">
                  <c:v>33.510485000000003</c:v>
                </c:pt>
                <c:pt idx="101">
                  <c:v>34.010486</c:v>
                </c:pt>
                <c:pt idx="102">
                  <c:v>34.510487000000005</c:v>
                </c:pt>
                <c:pt idx="103">
                  <c:v>35.010489</c:v>
                </c:pt>
                <c:pt idx="104">
                  <c:v>35.510491000000002</c:v>
                </c:pt>
                <c:pt idx="105">
                  <c:v>36.010491999999999</c:v>
                </c:pt>
                <c:pt idx="106">
                  <c:v>36.510493000000004</c:v>
                </c:pt>
                <c:pt idx="107">
                  <c:v>37.010493000000004</c:v>
                </c:pt>
                <c:pt idx="108">
                  <c:v>37.510494000000001</c:v>
                </c:pt>
                <c:pt idx="109">
                  <c:v>38.010494999999999</c:v>
                </c:pt>
                <c:pt idx="110">
                  <c:v>38.510494999999999</c:v>
                </c:pt>
                <c:pt idx="111">
                  <c:v>39.010496000000003</c:v>
                </c:pt>
                <c:pt idx="112">
                  <c:v>39.510497999999998</c:v>
                </c:pt>
                <c:pt idx="113">
                  <c:v>40.0105</c:v>
                </c:pt>
                <c:pt idx="114">
                  <c:v>40.5105</c:v>
                </c:pt>
              </c:numCache>
            </c:numRef>
          </c:xVal>
          <c:yVal>
            <c:numRef>
              <c:f>'life test'!$DI$76:$DI$190</c:f>
              <c:numCache>
                <c:formatCode>General</c:formatCode>
                <c:ptCount val="115"/>
                <c:pt idx="0">
                  <c:v>0</c:v>
                </c:pt>
                <c:pt idx="1">
                  <c:v>100.00000000000001</c:v>
                </c:pt>
                <c:pt idx="2">
                  <c:v>99.89682382052348</c:v>
                </c:pt>
                <c:pt idx="3">
                  <c:v>99.798360621910135</c:v>
                </c:pt>
                <c:pt idx="4">
                  <c:v>99.702572806106616</c:v>
                </c:pt>
                <c:pt idx="5">
                  <c:v>99.610088839585728</c:v>
                </c:pt>
                <c:pt idx="6">
                  <c:v>99.520315458280066</c:v>
                </c:pt>
                <c:pt idx="7">
                  <c:v>99.432986573419498</c:v>
                </c:pt>
                <c:pt idx="8">
                  <c:v>99.347055431125966</c:v>
                </c:pt>
                <c:pt idx="9">
                  <c:v>99.263348252561386</c:v>
                </c:pt>
                <c:pt idx="10">
                  <c:v>99.182717143009228</c:v>
                </c:pt>
                <c:pt idx="11">
                  <c:v>99.105650794685488</c:v>
                </c:pt>
                <c:pt idx="12">
                  <c:v>99.032308653779353</c:v>
                </c:pt>
                <c:pt idx="13">
                  <c:v>98.962199957345035</c:v>
                </c:pt>
                <c:pt idx="14">
                  <c:v>98.895032732490733</c:v>
                </c:pt>
                <c:pt idx="15">
                  <c:v>98.826258621366733</c:v>
                </c:pt>
                <c:pt idx="16">
                  <c:v>98.757679158837277</c:v>
                </c:pt>
                <c:pt idx="17">
                  <c:v>98.692572310063312</c:v>
                </c:pt>
                <c:pt idx="18">
                  <c:v>98.628079432654005</c:v>
                </c:pt>
                <c:pt idx="19">
                  <c:v>98.565006040473932</c:v>
                </c:pt>
                <c:pt idx="20">
                  <c:v>98.501476052388583</c:v>
                </c:pt>
                <c:pt idx="21">
                  <c:v>98.440794353045476</c:v>
                </c:pt>
                <c:pt idx="22">
                  <c:v>98.375781722474187</c:v>
                </c:pt>
                <c:pt idx="23">
                  <c:v>98.313817206063973</c:v>
                </c:pt>
                <c:pt idx="24">
                  <c:v>98.254175013044829</c:v>
                </c:pt>
                <c:pt idx="25">
                  <c:v>98.197739345011001</c:v>
                </c:pt>
                <c:pt idx="26">
                  <c:v>98.139868661274988</c:v>
                </c:pt>
                <c:pt idx="27">
                  <c:v>98.085321498753984</c:v>
                </c:pt>
                <c:pt idx="28">
                  <c:v>98.030113773449472</c:v>
                </c:pt>
                <c:pt idx="29">
                  <c:v>97.974884305482774</c:v>
                </c:pt>
                <c:pt idx="30">
                  <c:v>97.919521275448588</c:v>
                </c:pt>
                <c:pt idx="31">
                  <c:v>97.864631407157447</c:v>
                </c:pt>
                <c:pt idx="32">
                  <c:v>97.808778649542333</c:v>
                </c:pt>
                <c:pt idx="33">
                  <c:v>97.759415558897857</c:v>
                </c:pt>
                <c:pt idx="34">
                  <c:v>97.707863706929871</c:v>
                </c:pt>
                <c:pt idx="35">
                  <c:v>97.655341718083832</c:v>
                </c:pt>
                <c:pt idx="36">
                  <c:v>97.603395392102456</c:v>
                </c:pt>
                <c:pt idx="37">
                  <c:v>97.554317026795729</c:v>
                </c:pt>
                <c:pt idx="38">
                  <c:v>97.505614498934804</c:v>
                </c:pt>
                <c:pt idx="39">
                  <c:v>97.458821183884027</c:v>
                </c:pt>
                <c:pt idx="40">
                  <c:v>97.412027868833206</c:v>
                </c:pt>
                <c:pt idx="41">
                  <c:v>97.364044919553123</c:v>
                </c:pt>
                <c:pt idx="42">
                  <c:v>97.316703896489031</c:v>
                </c:pt>
                <c:pt idx="43">
                  <c:v>97.268228113533425</c:v>
                </c:pt>
                <c:pt idx="44">
                  <c:v>97.221213230401631</c:v>
                </c:pt>
                <c:pt idx="45">
                  <c:v>97.17612619664753</c:v>
                </c:pt>
                <c:pt idx="46">
                  <c:v>97.130269886799098</c:v>
                </c:pt>
                <c:pt idx="47">
                  <c:v>97.085832026815027</c:v>
                </c:pt>
                <c:pt idx="48">
                  <c:v>97.040917898993285</c:v>
                </c:pt>
                <c:pt idx="49">
                  <c:v>96.996942847103654</c:v>
                </c:pt>
                <c:pt idx="50">
                  <c:v>96.871143945337948</c:v>
                </c:pt>
                <c:pt idx="51">
                  <c:v>96.75062851047575</c:v>
                </c:pt>
                <c:pt idx="52">
                  <c:v>96.624892765966777</c:v>
                </c:pt>
                <c:pt idx="53">
                  <c:v>96.504914685469259</c:v>
                </c:pt>
                <c:pt idx="54">
                  <c:v>96.384896225741997</c:v>
                </c:pt>
                <c:pt idx="55">
                  <c:v>96.271348796417854</c:v>
                </c:pt>
                <c:pt idx="56">
                  <c:v>96.160702459443996</c:v>
                </c:pt>
                <c:pt idx="57">
                  <c:v>96.047162277673891</c:v>
                </c:pt>
                <c:pt idx="58">
                  <c:v>95.943871172697428</c:v>
                </c:pt>
                <c:pt idx="59">
                  <c:v>95.832010352737527</c:v>
                </c:pt>
                <c:pt idx="60">
                  <c:v>95.724413165289604</c:v>
                </c:pt>
                <c:pt idx="61">
                  <c:v>95.618141244868241</c:v>
                </c:pt>
                <c:pt idx="62">
                  <c:v>95.514812866756643</c:v>
                </c:pt>
                <c:pt idx="63">
                  <c:v>95.41100615007764</c:v>
                </c:pt>
                <c:pt idx="64">
                  <c:v>95.306316267169223</c:v>
                </c:pt>
                <c:pt idx="65">
                  <c:v>95.20635593096182</c:v>
                </c:pt>
                <c:pt idx="66">
                  <c:v>95.106871862592087</c:v>
                </c:pt>
                <c:pt idx="67">
                  <c:v>95.0123171663422</c:v>
                </c:pt>
                <c:pt idx="68">
                  <c:v>94.915561284390407</c:v>
                </c:pt>
                <c:pt idx="69">
                  <c:v>94.822485089167017</c:v>
                </c:pt>
                <c:pt idx="70">
                  <c:v>94.725675368242264</c:v>
                </c:pt>
                <c:pt idx="71">
                  <c:v>94.630640262695238</c:v>
                </c:pt>
                <c:pt idx="72">
                  <c:v>94.536603248877626</c:v>
                </c:pt>
                <c:pt idx="73">
                  <c:v>94.443688570573087</c:v>
                </c:pt>
                <c:pt idx="74">
                  <c:v>94.351071041984682</c:v>
                </c:pt>
                <c:pt idx="75">
                  <c:v>94.257229712126431</c:v>
                </c:pt>
                <c:pt idx="76">
                  <c:v>94.167728631780136</c:v>
                </c:pt>
                <c:pt idx="77">
                  <c:v>94.080277573865544</c:v>
                </c:pt>
                <c:pt idx="78">
                  <c:v>93.993217883869733</c:v>
                </c:pt>
                <c:pt idx="79">
                  <c:v>93.901671957916065</c:v>
                </c:pt>
                <c:pt idx="80">
                  <c:v>93.809677718976076</c:v>
                </c:pt>
                <c:pt idx="81">
                  <c:v>93.713278002537663</c:v>
                </c:pt>
                <c:pt idx="82">
                  <c:v>93.617573015923327</c:v>
                </c:pt>
                <c:pt idx="83">
                  <c:v>93.526002241212908</c:v>
                </c:pt>
                <c:pt idx="84">
                  <c:v>93.431876186016922</c:v>
                </c:pt>
                <c:pt idx="85">
                  <c:v>93.34297147583257</c:v>
                </c:pt>
                <c:pt idx="86">
                  <c:v>93.247580204772177</c:v>
                </c:pt>
                <c:pt idx="87">
                  <c:v>93.158433219209542</c:v>
                </c:pt>
                <c:pt idx="88">
                  <c:v>93.06205421006841</c:v>
                </c:pt>
                <c:pt idx="89">
                  <c:v>92.965623432684083</c:v>
                </c:pt>
                <c:pt idx="90">
                  <c:v>92.873714093662969</c:v>
                </c:pt>
                <c:pt idx="91">
                  <c:v>92.783730533289827</c:v>
                </c:pt>
                <c:pt idx="92">
                  <c:v>92.696439956929225</c:v>
                </c:pt>
                <c:pt idx="93">
                  <c:v>92.605143553907908</c:v>
                </c:pt>
                <c:pt idx="94">
                  <c:v>92.518097323655311</c:v>
                </c:pt>
                <c:pt idx="95">
                  <c:v>92.435584956144382</c:v>
                </c:pt>
                <c:pt idx="96">
                  <c:v>92.349005675445667</c:v>
                </c:pt>
                <c:pt idx="97">
                  <c:v>92.261494566368967</c:v>
                </c:pt>
                <c:pt idx="98">
                  <c:v>92.174183282711056</c:v>
                </c:pt>
                <c:pt idx="99">
                  <c:v>92.094185816455948</c:v>
                </c:pt>
                <c:pt idx="100">
                  <c:v>92.011420819918072</c:v>
                </c:pt>
                <c:pt idx="101">
                  <c:v>91.929695329704117</c:v>
                </c:pt>
                <c:pt idx="102">
                  <c:v>91.849345839395099</c:v>
                </c:pt>
                <c:pt idx="103">
                  <c:v>91.766092150641157</c:v>
                </c:pt>
                <c:pt idx="104">
                  <c:v>91.682730783941309</c:v>
                </c:pt>
                <c:pt idx="105">
                  <c:v>91.601899848970277</c:v>
                </c:pt>
                <c:pt idx="106">
                  <c:v>91.520527418175149</c:v>
                </c:pt>
                <c:pt idx="107">
                  <c:v>91.438422984420797</c:v>
                </c:pt>
                <c:pt idx="108">
                  <c:v>91.354392772018485</c:v>
                </c:pt>
                <c:pt idx="109">
                  <c:v>91.271309918467182</c:v>
                </c:pt>
                <c:pt idx="110">
                  <c:v>91.189801854874801</c:v>
                </c:pt>
                <c:pt idx="111">
                  <c:v>91.109177992876667</c:v>
                </c:pt>
                <c:pt idx="112">
                  <c:v>91.025650967798484</c:v>
                </c:pt>
                <c:pt idx="113">
                  <c:v>90.949828092677024</c:v>
                </c:pt>
                <c:pt idx="114">
                  <c:v>90.873822993339417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253-40F4-8B0F-C25A45BF8E8D}"/>
            </c:ext>
          </c:extLst>
        </c:ser>
        <c:ser>
          <c:idx val="7"/>
          <c:order val="7"/>
          <c:tx>
            <c:v>4-5-2-P3-CC2.04</c:v>
          </c:tx>
          <c:spPr>
            <a:ln w="38100"/>
          </c:spPr>
          <c:marker>
            <c:symbol val="none"/>
          </c:marker>
          <c:xVal>
            <c:numRef>
              <c:f>'life test'!$DV$76:$DV$190</c:f>
              <c:numCache>
                <c:formatCode>General</c:formatCode>
                <c:ptCount val="115"/>
                <c:pt idx="0">
                  <c:v>0</c:v>
                </c:pt>
                <c:pt idx="1">
                  <c:v>0</c:v>
                </c:pt>
                <c:pt idx="2">
                  <c:v>0.16666800000000004</c:v>
                </c:pt>
                <c:pt idx="3">
                  <c:v>0.33333600000000008</c:v>
                </c:pt>
                <c:pt idx="4">
                  <c:v>0.50000299999999998</c:v>
                </c:pt>
                <c:pt idx="5">
                  <c:v>0.66666999999999987</c:v>
                </c:pt>
                <c:pt idx="6">
                  <c:v>0.83333600000000008</c:v>
                </c:pt>
                <c:pt idx="7">
                  <c:v>1.0000040000000001</c:v>
                </c:pt>
                <c:pt idx="8">
                  <c:v>1.1666720000000002</c:v>
                </c:pt>
                <c:pt idx="9">
                  <c:v>1.3333400000000002</c:v>
                </c:pt>
                <c:pt idx="10">
                  <c:v>1.5000070000000001</c:v>
                </c:pt>
                <c:pt idx="11">
                  <c:v>1.6666750000000001</c:v>
                </c:pt>
                <c:pt idx="12">
                  <c:v>1.833342</c:v>
                </c:pt>
                <c:pt idx="13">
                  <c:v>2.0000089999999999</c:v>
                </c:pt>
                <c:pt idx="14">
                  <c:v>2.1666770000000004</c:v>
                </c:pt>
                <c:pt idx="15">
                  <c:v>2.3333439999999999</c:v>
                </c:pt>
                <c:pt idx="16">
                  <c:v>2.5000120000000003</c:v>
                </c:pt>
                <c:pt idx="17">
                  <c:v>2.6666789999999998</c:v>
                </c:pt>
                <c:pt idx="18">
                  <c:v>2.8333470000000003</c:v>
                </c:pt>
                <c:pt idx="19">
                  <c:v>3.0000139999999997</c:v>
                </c:pt>
                <c:pt idx="20">
                  <c:v>3.1666810000000001</c:v>
                </c:pt>
                <c:pt idx="21">
                  <c:v>3.3333489999999997</c:v>
                </c:pt>
                <c:pt idx="22">
                  <c:v>3.500016</c:v>
                </c:pt>
                <c:pt idx="23">
                  <c:v>3.6666830000000004</c:v>
                </c:pt>
                <c:pt idx="24">
                  <c:v>3.833351</c:v>
                </c:pt>
                <c:pt idx="25">
                  <c:v>4.000019</c:v>
                </c:pt>
                <c:pt idx="26">
                  <c:v>4.1666860000000003</c:v>
                </c:pt>
                <c:pt idx="27">
                  <c:v>4.3333560000000002</c:v>
                </c:pt>
                <c:pt idx="28">
                  <c:v>4.5000219999999995</c:v>
                </c:pt>
                <c:pt idx="29">
                  <c:v>4.6666889999999999</c:v>
                </c:pt>
                <c:pt idx="30">
                  <c:v>4.8333569999999995</c:v>
                </c:pt>
                <c:pt idx="31">
                  <c:v>5.0000239999999998</c:v>
                </c:pt>
                <c:pt idx="32">
                  <c:v>5.1666910000000001</c:v>
                </c:pt>
                <c:pt idx="33">
                  <c:v>5.3333600000000008</c:v>
                </c:pt>
                <c:pt idx="34">
                  <c:v>5.5000269999999993</c:v>
                </c:pt>
                <c:pt idx="35">
                  <c:v>5.6666950000000007</c:v>
                </c:pt>
                <c:pt idx="36">
                  <c:v>5.8333619999999993</c:v>
                </c:pt>
                <c:pt idx="37">
                  <c:v>6.0000299999999989</c:v>
                </c:pt>
                <c:pt idx="38">
                  <c:v>6.1666969999999992</c:v>
                </c:pt>
                <c:pt idx="39">
                  <c:v>6.3333649999999988</c:v>
                </c:pt>
                <c:pt idx="40">
                  <c:v>6.5000330000000002</c:v>
                </c:pt>
                <c:pt idx="41">
                  <c:v>6.6667009999999998</c:v>
                </c:pt>
                <c:pt idx="42">
                  <c:v>6.8333689999999994</c:v>
                </c:pt>
                <c:pt idx="43">
                  <c:v>7.0000359999999997</c:v>
                </c:pt>
                <c:pt idx="44">
                  <c:v>7.1667039999999993</c:v>
                </c:pt>
                <c:pt idx="45">
                  <c:v>7.3333719999999989</c:v>
                </c:pt>
                <c:pt idx="46">
                  <c:v>7.5000409999999995</c:v>
                </c:pt>
                <c:pt idx="47">
                  <c:v>7.6667089999999991</c:v>
                </c:pt>
                <c:pt idx="48">
                  <c:v>7.8333759999999995</c:v>
                </c:pt>
                <c:pt idx="49">
                  <c:v>8.000043999999999</c:v>
                </c:pt>
                <c:pt idx="50">
                  <c:v>8.5000459999999993</c:v>
                </c:pt>
                <c:pt idx="51">
                  <c:v>9.0000470000000004</c:v>
                </c:pt>
                <c:pt idx="52">
                  <c:v>9.5000499999999999</c:v>
                </c:pt>
                <c:pt idx="53">
                  <c:v>10.000050999999999</c:v>
                </c:pt>
                <c:pt idx="54">
                  <c:v>10.500052</c:v>
                </c:pt>
                <c:pt idx="55">
                  <c:v>11.000052999999999</c:v>
                </c:pt>
                <c:pt idx="56">
                  <c:v>11.500054</c:v>
                </c:pt>
                <c:pt idx="57">
                  <c:v>12.000057999999999</c:v>
                </c:pt>
                <c:pt idx="58">
                  <c:v>12.500059</c:v>
                </c:pt>
                <c:pt idx="59">
                  <c:v>13.00006</c:v>
                </c:pt>
                <c:pt idx="60">
                  <c:v>13.500062</c:v>
                </c:pt>
                <c:pt idx="61">
                  <c:v>14.000061999999998</c:v>
                </c:pt>
                <c:pt idx="62">
                  <c:v>14.500062999999999</c:v>
                </c:pt>
                <c:pt idx="63">
                  <c:v>15.000065000000001</c:v>
                </c:pt>
                <c:pt idx="64">
                  <c:v>15.500065000000001</c:v>
                </c:pt>
                <c:pt idx="65">
                  <c:v>16.000066</c:v>
                </c:pt>
                <c:pt idx="66">
                  <c:v>16.500067000000001</c:v>
                </c:pt>
                <c:pt idx="67">
                  <c:v>17.000068000000002</c:v>
                </c:pt>
                <c:pt idx="68">
                  <c:v>17.500070000000001</c:v>
                </c:pt>
                <c:pt idx="69">
                  <c:v>18.000070000000001</c:v>
                </c:pt>
                <c:pt idx="70">
                  <c:v>18.503495000000001</c:v>
                </c:pt>
                <c:pt idx="71">
                  <c:v>19.003705</c:v>
                </c:pt>
                <c:pt idx="72">
                  <c:v>19.503706000000001</c:v>
                </c:pt>
                <c:pt idx="73">
                  <c:v>20.003707000000002</c:v>
                </c:pt>
                <c:pt idx="74">
                  <c:v>20.503715</c:v>
                </c:pt>
                <c:pt idx="75">
                  <c:v>21.003717000000002</c:v>
                </c:pt>
                <c:pt idx="76">
                  <c:v>21.503719</c:v>
                </c:pt>
                <c:pt idx="77">
                  <c:v>22.003721000000002</c:v>
                </c:pt>
                <c:pt idx="78">
                  <c:v>22.503726</c:v>
                </c:pt>
                <c:pt idx="79">
                  <c:v>23.003729</c:v>
                </c:pt>
                <c:pt idx="80">
                  <c:v>23.503730000000001</c:v>
                </c:pt>
                <c:pt idx="81">
                  <c:v>24.003732000000003</c:v>
                </c:pt>
                <c:pt idx="82">
                  <c:v>24.503732000000003</c:v>
                </c:pt>
                <c:pt idx="83">
                  <c:v>25.003735000000002</c:v>
                </c:pt>
                <c:pt idx="84">
                  <c:v>25.503742000000003</c:v>
                </c:pt>
                <c:pt idx="85">
                  <c:v>26.003744000000001</c:v>
                </c:pt>
                <c:pt idx="86">
                  <c:v>26.503746000000003</c:v>
                </c:pt>
                <c:pt idx="87">
                  <c:v>27.00375</c:v>
                </c:pt>
                <c:pt idx="88">
                  <c:v>27.503751000000001</c:v>
                </c:pt>
                <c:pt idx="89">
                  <c:v>28.003754000000001</c:v>
                </c:pt>
                <c:pt idx="90">
                  <c:v>28.503757</c:v>
                </c:pt>
                <c:pt idx="91">
                  <c:v>29.003759000000002</c:v>
                </c:pt>
                <c:pt idx="92">
                  <c:v>29.503761000000001</c:v>
                </c:pt>
                <c:pt idx="93">
                  <c:v>30.003762000000002</c:v>
                </c:pt>
                <c:pt idx="94">
                  <c:v>30.503762999999999</c:v>
                </c:pt>
                <c:pt idx="95">
                  <c:v>31.003762999999999</c:v>
                </c:pt>
                <c:pt idx="96">
                  <c:v>31.503764000000004</c:v>
                </c:pt>
                <c:pt idx="97">
                  <c:v>32.003768000000001</c:v>
                </c:pt>
                <c:pt idx="98">
                  <c:v>32.503768000000001</c:v>
                </c:pt>
                <c:pt idx="99">
                  <c:v>33.003770000000003</c:v>
                </c:pt>
                <c:pt idx="100">
                  <c:v>33.503771999999998</c:v>
                </c:pt>
                <c:pt idx="101">
                  <c:v>34.003773000000002</c:v>
                </c:pt>
                <c:pt idx="102">
                  <c:v>34.503773000000002</c:v>
                </c:pt>
                <c:pt idx="103">
                  <c:v>35.003775000000005</c:v>
                </c:pt>
                <c:pt idx="104">
                  <c:v>35.503776999999999</c:v>
                </c:pt>
                <c:pt idx="105">
                  <c:v>36.003779000000002</c:v>
                </c:pt>
                <c:pt idx="106">
                  <c:v>36.503782999999999</c:v>
                </c:pt>
                <c:pt idx="107">
                  <c:v>37.003785000000001</c:v>
                </c:pt>
                <c:pt idx="108">
                  <c:v>37.503785999999998</c:v>
                </c:pt>
                <c:pt idx="109">
                  <c:v>38.003789000000005</c:v>
                </c:pt>
                <c:pt idx="110">
                  <c:v>38.503791</c:v>
                </c:pt>
                <c:pt idx="111">
                  <c:v>39.003792000000004</c:v>
                </c:pt>
                <c:pt idx="112">
                  <c:v>39.503793000000002</c:v>
                </c:pt>
                <c:pt idx="113">
                  <c:v>40.003793000000002</c:v>
                </c:pt>
                <c:pt idx="114">
                  <c:v>40.503793999999999</c:v>
                </c:pt>
              </c:numCache>
            </c:numRef>
          </c:xVal>
          <c:yVal>
            <c:numRef>
              <c:f>'life test'!$DW$76:$DW$190</c:f>
              <c:numCache>
                <c:formatCode>General</c:formatCode>
                <c:ptCount val="115"/>
                <c:pt idx="0">
                  <c:v>0</c:v>
                </c:pt>
                <c:pt idx="1">
                  <c:v>100</c:v>
                </c:pt>
                <c:pt idx="2">
                  <c:v>99.890015430633753</c:v>
                </c:pt>
                <c:pt idx="3">
                  <c:v>99.783452529580728</c:v>
                </c:pt>
                <c:pt idx="4">
                  <c:v>99.681104666974903</c:v>
                </c:pt>
                <c:pt idx="5">
                  <c:v>99.583852442127238</c:v>
                </c:pt>
                <c:pt idx="6">
                  <c:v>99.484626137927989</c:v>
                </c:pt>
                <c:pt idx="7">
                  <c:v>99.39046743353714</c:v>
                </c:pt>
                <c:pt idx="8">
                  <c:v>99.300525844478656</c:v>
                </c:pt>
                <c:pt idx="9">
                  <c:v>99.212921789676045</c:v>
                </c:pt>
                <c:pt idx="10">
                  <c:v>99.126565942859045</c:v>
                </c:pt>
                <c:pt idx="11">
                  <c:v>99.043858144838524</c:v>
                </c:pt>
                <c:pt idx="12">
                  <c:v>98.965031006753264</c:v>
                </c:pt>
                <c:pt idx="13">
                  <c:v>98.888130179660749</c:v>
                </c:pt>
                <c:pt idx="14">
                  <c:v>98.816239838034548</c:v>
                </c:pt>
                <c:pt idx="15">
                  <c:v>98.743432551606915</c:v>
                </c:pt>
                <c:pt idx="16">
                  <c:v>98.668893142949713</c:v>
                </c:pt>
                <c:pt idx="17">
                  <c:v>98.601608294182157</c:v>
                </c:pt>
                <c:pt idx="18">
                  <c:v>98.532257983115642</c:v>
                </c:pt>
                <c:pt idx="19">
                  <c:v>98.463766464065827</c:v>
                </c:pt>
                <c:pt idx="20">
                  <c:v>98.396525229886805</c:v>
                </c:pt>
                <c:pt idx="21">
                  <c:v>98.330083596497204</c:v>
                </c:pt>
                <c:pt idx="22">
                  <c:v>98.26214556734449</c:v>
                </c:pt>
                <c:pt idx="23">
                  <c:v>98.192422455390428</c:v>
                </c:pt>
                <c:pt idx="24">
                  <c:v>98.129398336543744</c:v>
                </c:pt>
                <c:pt idx="25">
                  <c:v>98.067710693302274</c:v>
                </c:pt>
                <c:pt idx="26">
                  <c:v>98.009369950508045</c:v>
                </c:pt>
                <c:pt idx="27">
                  <c:v>97.948898323532077</c:v>
                </c:pt>
                <c:pt idx="28">
                  <c:v>97.88878599769005</c:v>
                </c:pt>
                <c:pt idx="29">
                  <c:v>97.82899974281932</c:v>
                </c:pt>
                <c:pt idx="30">
                  <c:v>97.771405640242733</c:v>
                </c:pt>
                <c:pt idx="31">
                  <c:v>97.710972435642375</c:v>
                </c:pt>
                <c:pt idx="32">
                  <c:v>97.652491503099327</c:v>
                </c:pt>
                <c:pt idx="33">
                  <c:v>97.597582813044184</c:v>
                </c:pt>
                <c:pt idx="34">
                  <c:v>97.542748890855066</c:v>
                </c:pt>
                <c:pt idx="35">
                  <c:v>97.48773947186929</c:v>
                </c:pt>
                <c:pt idx="36">
                  <c:v>97.432730052883528</c:v>
                </c:pt>
                <c:pt idx="37">
                  <c:v>97.378617848290062</c:v>
                </c:pt>
                <c:pt idx="38">
                  <c:v>97.325096517526717</c:v>
                </c:pt>
                <c:pt idx="39">
                  <c:v>97.274670784105354</c:v>
                </c:pt>
                <c:pt idx="40">
                  <c:v>97.223829673650513</c:v>
                </c:pt>
                <c:pt idx="41">
                  <c:v>97.174578418791327</c:v>
                </c:pt>
                <c:pt idx="42">
                  <c:v>97.122445485762356</c:v>
                </c:pt>
                <c:pt idx="43">
                  <c:v>97.070455857809961</c:v>
                </c:pt>
                <c:pt idx="44">
                  <c:v>97.021092451151716</c:v>
                </c:pt>
                <c:pt idx="45">
                  <c:v>96.971078979436086</c:v>
                </c:pt>
                <c:pt idx="46">
                  <c:v>96.923783111961967</c:v>
                </c:pt>
                <c:pt idx="47">
                  <c:v>96.873763409590822</c:v>
                </c:pt>
                <c:pt idx="48">
                  <c:v>96.827229758973132</c:v>
                </c:pt>
                <c:pt idx="49">
                  <c:v>96.779448938812408</c:v>
                </c:pt>
                <c:pt idx="50">
                  <c:v>96.643514727722348</c:v>
                </c:pt>
                <c:pt idx="51">
                  <c:v>96.511602404758875</c:v>
                </c:pt>
                <c:pt idx="52">
                  <c:v>96.375734653994158</c:v>
                </c:pt>
                <c:pt idx="53">
                  <c:v>96.247959486284131</c:v>
                </c:pt>
                <c:pt idx="54">
                  <c:v>96.119596560071727</c:v>
                </c:pt>
                <c:pt idx="55">
                  <c:v>95.994603380043372</c:v>
                </c:pt>
                <c:pt idx="56">
                  <c:v>95.875959237971742</c:v>
                </c:pt>
                <c:pt idx="57">
                  <c:v>95.755036752871476</c:v>
                </c:pt>
                <c:pt idx="58">
                  <c:v>95.642831993261268</c:v>
                </c:pt>
                <c:pt idx="59">
                  <c:v>95.523228330242262</c:v>
                </c:pt>
                <c:pt idx="60">
                  <c:v>95.408011048696792</c:v>
                </c:pt>
                <c:pt idx="61">
                  <c:v>95.292153048077168</c:v>
                </c:pt>
                <c:pt idx="62">
                  <c:v>95.180147669443045</c:v>
                </c:pt>
                <c:pt idx="63">
                  <c:v>95.067895141474011</c:v>
                </c:pt>
                <c:pt idx="64">
                  <c:v>94.955560576540847</c:v>
                </c:pt>
                <c:pt idx="65">
                  <c:v>94.846385992389841</c:v>
                </c:pt>
                <c:pt idx="66">
                  <c:v>94.742134664528123</c:v>
                </c:pt>
                <c:pt idx="67">
                  <c:v>94.639859492903156</c:v>
                </c:pt>
                <c:pt idx="68">
                  <c:v>94.534946677115613</c:v>
                </c:pt>
                <c:pt idx="69">
                  <c:v>94.434661161481003</c:v>
                </c:pt>
                <c:pt idx="70">
                  <c:v>94.333227128348838</c:v>
                </c:pt>
                <c:pt idx="71">
                  <c:v>94.230445196743034</c:v>
                </c:pt>
                <c:pt idx="72">
                  <c:v>94.131265622460035</c:v>
                </c:pt>
                <c:pt idx="73">
                  <c:v>94.029934395143655</c:v>
                </c:pt>
                <c:pt idx="74">
                  <c:v>93.927850296954091</c:v>
                </c:pt>
                <c:pt idx="75">
                  <c:v>93.826673797582671</c:v>
                </c:pt>
                <c:pt idx="76">
                  <c:v>93.729974024189531</c:v>
                </c:pt>
                <c:pt idx="77">
                  <c:v>93.636167351834558</c:v>
                </c:pt>
                <c:pt idx="78">
                  <c:v>93.542577713979583</c:v>
                </c:pt>
                <c:pt idx="79">
                  <c:v>93.443982782871174</c:v>
                </c:pt>
                <c:pt idx="80">
                  <c:v>93.345097087839392</c:v>
                </c:pt>
                <c:pt idx="81">
                  <c:v>93.24270041843215</c:v>
                </c:pt>
                <c:pt idx="82">
                  <c:v>93.141712915610952</c:v>
                </c:pt>
                <c:pt idx="83">
                  <c:v>93.042982986966692</c:v>
                </c:pt>
                <c:pt idx="84">
                  <c:v>92.94428005782963</c:v>
                </c:pt>
                <c:pt idx="85">
                  <c:v>92.848030968517818</c:v>
                </c:pt>
                <c:pt idx="86">
                  <c:v>92.748267789502805</c:v>
                </c:pt>
                <c:pt idx="87">
                  <c:v>92.651009333999625</c:v>
                </c:pt>
                <c:pt idx="88">
                  <c:v>92.548328131324439</c:v>
                </c:pt>
                <c:pt idx="89">
                  <c:v>92.447315705881252</c:v>
                </c:pt>
                <c:pt idx="90">
                  <c:v>92.348495432732221</c:v>
                </c:pt>
                <c:pt idx="91">
                  <c:v>92.251670007786458</c:v>
                </c:pt>
                <c:pt idx="92">
                  <c:v>92.160037834201731</c:v>
                </c:pt>
                <c:pt idx="93">
                  <c:v>92.063337022366014</c:v>
                </c:pt>
                <c:pt idx="94">
                  <c:v>91.969982072534933</c:v>
                </c:pt>
                <c:pt idx="95">
                  <c:v>91.880523359277859</c:v>
                </c:pt>
                <c:pt idx="96">
                  <c:v>91.789354331085462</c:v>
                </c:pt>
                <c:pt idx="97">
                  <c:v>91.695161358089337</c:v>
                </c:pt>
                <c:pt idx="98">
                  <c:v>91.602344321516625</c:v>
                </c:pt>
                <c:pt idx="99">
                  <c:v>91.517244990225876</c:v>
                </c:pt>
                <c:pt idx="100">
                  <c:v>91.429618089686429</c:v>
                </c:pt>
                <c:pt idx="101">
                  <c:v>91.341849960955599</c:v>
                </c:pt>
                <c:pt idx="102">
                  <c:v>91.255311348243865</c:v>
                </c:pt>
                <c:pt idx="103">
                  <c:v>91.168771697089539</c:v>
                </c:pt>
                <c:pt idx="104">
                  <c:v>91.077466632918672</c:v>
                </c:pt>
                <c:pt idx="105">
                  <c:v>90.991622738295419</c:v>
                </c:pt>
                <c:pt idx="106">
                  <c:v>90.902612632234494</c:v>
                </c:pt>
                <c:pt idx="107">
                  <c:v>90.815654488718963</c:v>
                </c:pt>
                <c:pt idx="108">
                  <c:v>90.727807438351775</c:v>
                </c:pt>
                <c:pt idx="109">
                  <c:v>90.639761007008516</c:v>
                </c:pt>
                <c:pt idx="110">
                  <c:v>90.555359509134007</c:v>
                </c:pt>
                <c:pt idx="111">
                  <c:v>90.466429363152045</c:v>
                </c:pt>
                <c:pt idx="112">
                  <c:v>90.378956152114981</c:v>
                </c:pt>
                <c:pt idx="113">
                  <c:v>90.298256702051333</c:v>
                </c:pt>
                <c:pt idx="114">
                  <c:v>90.213862473274915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253-40F4-8B0F-C25A45BF8E8D}"/>
            </c:ext>
          </c:extLst>
        </c:ser>
        <c:ser>
          <c:idx val="8"/>
          <c:order val="8"/>
          <c:tx>
            <c:v>4-5-3-P3-CC2.04</c:v>
          </c:tx>
          <c:spPr>
            <a:ln w="38100"/>
          </c:spPr>
          <c:marker>
            <c:symbol val="none"/>
          </c:marker>
          <c:xVal>
            <c:numRef>
              <c:f>'life test'!$EJ$76:$EJ$203</c:f>
              <c:numCache>
                <c:formatCode>General</c:formatCode>
                <c:ptCount val="128"/>
                <c:pt idx="0">
                  <c:v>0</c:v>
                </c:pt>
                <c:pt idx="1">
                  <c:v>0</c:v>
                </c:pt>
                <c:pt idx="2">
                  <c:v>0.16666700000000034</c:v>
                </c:pt>
                <c:pt idx="3">
                  <c:v>0.33333400000000024</c:v>
                </c:pt>
                <c:pt idx="4">
                  <c:v>0.50000100000000014</c:v>
                </c:pt>
                <c:pt idx="5">
                  <c:v>0.66667000000000032</c:v>
                </c:pt>
                <c:pt idx="6">
                  <c:v>0.83333799999999991</c:v>
                </c:pt>
                <c:pt idx="7">
                  <c:v>1.0000070000000001</c:v>
                </c:pt>
                <c:pt idx="8">
                  <c:v>1.166674</c:v>
                </c:pt>
                <c:pt idx="9">
                  <c:v>1.333342</c:v>
                </c:pt>
                <c:pt idx="10">
                  <c:v>1.5000100000000001</c:v>
                </c:pt>
                <c:pt idx="11">
                  <c:v>1.6666780000000001</c:v>
                </c:pt>
                <c:pt idx="12">
                  <c:v>1.8333460000000001</c:v>
                </c:pt>
                <c:pt idx="13">
                  <c:v>2.0000140000000002</c:v>
                </c:pt>
                <c:pt idx="14">
                  <c:v>2.1666819999999998</c:v>
                </c:pt>
                <c:pt idx="15">
                  <c:v>2.3333500000000003</c:v>
                </c:pt>
                <c:pt idx="16">
                  <c:v>2.5000169999999997</c:v>
                </c:pt>
                <c:pt idx="17">
                  <c:v>2.6666850000000002</c:v>
                </c:pt>
                <c:pt idx="18">
                  <c:v>2.8333539999999999</c:v>
                </c:pt>
                <c:pt idx="19">
                  <c:v>3.0000200000000001</c:v>
                </c:pt>
                <c:pt idx="20">
                  <c:v>3.1666889999999999</c:v>
                </c:pt>
                <c:pt idx="21">
                  <c:v>3.3333570000000003</c:v>
                </c:pt>
                <c:pt idx="22">
                  <c:v>3.5000239999999998</c:v>
                </c:pt>
                <c:pt idx="23">
                  <c:v>3.6666920000000003</c:v>
                </c:pt>
                <c:pt idx="24">
                  <c:v>3.8333599999999999</c:v>
                </c:pt>
                <c:pt idx="25">
                  <c:v>4.0000280000000004</c:v>
                </c:pt>
                <c:pt idx="26">
                  <c:v>4.166696</c:v>
                </c:pt>
                <c:pt idx="27">
                  <c:v>4.3333640000000004</c:v>
                </c:pt>
                <c:pt idx="28">
                  <c:v>4.5000309999999999</c:v>
                </c:pt>
                <c:pt idx="29">
                  <c:v>4.6666980000000002</c:v>
                </c:pt>
                <c:pt idx="30">
                  <c:v>4.8333640000000004</c:v>
                </c:pt>
                <c:pt idx="31">
                  <c:v>5.0000330000000002</c:v>
                </c:pt>
                <c:pt idx="32">
                  <c:v>5.1667000000000005</c:v>
                </c:pt>
                <c:pt idx="33">
                  <c:v>5.333367</c:v>
                </c:pt>
                <c:pt idx="34">
                  <c:v>5.5000340000000003</c:v>
                </c:pt>
                <c:pt idx="35">
                  <c:v>5.6667019999999999</c:v>
                </c:pt>
                <c:pt idx="36">
                  <c:v>5.8333690000000002</c:v>
                </c:pt>
                <c:pt idx="37">
                  <c:v>6.0000370000000007</c:v>
                </c:pt>
                <c:pt idx="38">
                  <c:v>6.1667050000000003</c:v>
                </c:pt>
                <c:pt idx="39">
                  <c:v>6.3333729999999999</c:v>
                </c:pt>
                <c:pt idx="40">
                  <c:v>6.5000409999999995</c:v>
                </c:pt>
                <c:pt idx="41">
                  <c:v>6.6667090000000009</c:v>
                </c:pt>
                <c:pt idx="42">
                  <c:v>6.8333790000000008</c:v>
                </c:pt>
                <c:pt idx="43">
                  <c:v>7.0000450000000001</c:v>
                </c:pt>
                <c:pt idx="44">
                  <c:v>7.1667140000000007</c:v>
                </c:pt>
                <c:pt idx="45">
                  <c:v>7.3333820000000003</c:v>
                </c:pt>
                <c:pt idx="46">
                  <c:v>7.5000490000000006</c:v>
                </c:pt>
                <c:pt idx="47">
                  <c:v>7.666716000000001</c:v>
                </c:pt>
                <c:pt idx="48">
                  <c:v>7.8333840000000006</c:v>
                </c:pt>
                <c:pt idx="49">
                  <c:v>8.0000520000000002</c:v>
                </c:pt>
                <c:pt idx="50">
                  <c:v>8.5000549999999997</c:v>
                </c:pt>
                <c:pt idx="51">
                  <c:v>9.000057</c:v>
                </c:pt>
                <c:pt idx="52">
                  <c:v>9.500057</c:v>
                </c:pt>
                <c:pt idx="53">
                  <c:v>10.00006</c:v>
                </c:pt>
                <c:pt idx="54">
                  <c:v>10.50006</c:v>
                </c:pt>
                <c:pt idx="55">
                  <c:v>11.00006</c:v>
                </c:pt>
                <c:pt idx="56">
                  <c:v>11.50006</c:v>
                </c:pt>
                <c:pt idx="57">
                  <c:v>12.000061000000001</c:v>
                </c:pt>
                <c:pt idx="58">
                  <c:v>12.500062</c:v>
                </c:pt>
                <c:pt idx="59">
                  <c:v>13.000064999999999</c:v>
                </c:pt>
                <c:pt idx="60">
                  <c:v>13.500066</c:v>
                </c:pt>
                <c:pt idx="61">
                  <c:v>14.000067</c:v>
                </c:pt>
                <c:pt idx="62">
                  <c:v>14.500067</c:v>
                </c:pt>
                <c:pt idx="63">
                  <c:v>15.000068000000001</c:v>
                </c:pt>
                <c:pt idx="64">
                  <c:v>15.500069000000002</c:v>
                </c:pt>
                <c:pt idx="65">
                  <c:v>16.000069000000003</c:v>
                </c:pt>
                <c:pt idx="66">
                  <c:v>16.500070000000001</c:v>
                </c:pt>
                <c:pt idx="67">
                  <c:v>17.000070999999998</c:v>
                </c:pt>
                <c:pt idx="68">
                  <c:v>17.500072000000003</c:v>
                </c:pt>
                <c:pt idx="69">
                  <c:v>18.000073</c:v>
                </c:pt>
                <c:pt idx="70">
                  <c:v>18.501114999999999</c:v>
                </c:pt>
                <c:pt idx="71">
                  <c:v>19.001330000000003</c:v>
                </c:pt>
                <c:pt idx="72">
                  <c:v>19.501342000000001</c:v>
                </c:pt>
                <c:pt idx="73">
                  <c:v>20.001342999999999</c:v>
                </c:pt>
                <c:pt idx="74">
                  <c:v>20.501344000000003</c:v>
                </c:pt>
                <c:pt idx="75">
                  <c:v>21.001345000000001</c:v>
                </c:pt>
                <c:pt idx="76">
                  <c:v>21.501348</c:v>
                </c:pt>
                <c:pt idx="77">
                  <c:v>22.001350000000002</c:v>
                </c:pt>
                <c:pt idx="78">
                  <c:v>22.501350000000002</c:v>
                </c:pt>
                <c:pt idx="79">
                  <c:v>23.001354999999997</c:v>
                </c:pt>
                <c:pt idx="80">
                  <c:v>23.501354999999997</c:v>
                </c:pt>
                <c:pt idx="81">
                  <c:v>24.001356000000001</c:v>
                </c:pt>
                <c:pt idx="82">
                  <c:v>24.501356000000001</c:v>
                </c:pt>
                <c:pt idx="83">
                  <c:v>25.001359999999998</c:v>
                </c:pt>
                <c:pt idx="84">
                  <c:v>25.501362</c:v>
                </c:pt>
                <c:pt idx="85">
                  <c:v>26.001364000000002</c:v>
                </c:pt>
                <c:pt idx="86">
                  <c:v>26.501364000000002</c:v>
                </c:pt>
                <c:pt idx="87">
                  <c:v>27.001370000000001</c:v>
                </c:pt>
                <c:pt idx="88">
                  <c:v>27.501379</c:v>
                </c:pt>
                <c:pt idx="89">
                  <c:v>28.001382</c:v>
                </c:pt>
                <c:pt idx="90">
                  <c:v>28.501382999999997</c:v>
                </c:pt>
                <c:pt idx="91">
                  <c:v>29.001384000000002</c:v>
                </c:pt>
                <c:pt idx="92">
                  <c:v>29.501393</c:v>
                </c:pt>
                <c:pt idx="93">
                  <c:v>30.001394000000005</c:v>
                </c:pt>
                <c:pt idx="94">
                  <c:v>30.501396</c:v>
                </c:pt>
                <c:pt idx="95">
                  <c:v>31.001397000000004</c:v>
                </c:pt>
                <c:pt idx="96">
                  <c:v>31.501401000000001</c:v>
                </c:pt>
                <c:pt idx="97">
                  <c:v>32.001405000000005</c:v>
                </c:pt>
                <c:pt idx="98">
                  <c:v>32.501406000000003</c:v>
                </c:pt>
                <c:pt idx="99">
                  <c:v>33.001407</c:v>
                </c:pt>
                <c:pt idx="100">
                  <c:v>33.501409000000002</c:v>
                </c:pt>
                <c:pt idx="101">
                  <c:v>34.00141</c:v>
                </c:pt>
                <c:pt idx="102">
                  <c:v>34.501412000000002</c:v>
                </c:pt>
                <c:pt idx="103">
                  <c:v>35.001412999999999</c:v>
                </c:pt>
                <c:pt idx="104">
                  <c:v>35.501414000000004</c:v>
                </c:pt>
                <c:pt idx="105">
                  <c:v>36.001414000000004</c:v>
                </c:pt>
                <c:pt idx="106">
                  <c:v>36.501415999999999</c:v>
                </c:pt>
                <c:pt idx="107">
                  <c:v>37.001418999999999</c:v>
                </c:pt>
                <c:pt idx="108">
                  <c:v>37.501423000000003</c:v>
                </c:pt>
                <c:pt idx="109">
                  <c:v>38.001427</c:v>
                </c:pt>
                <c:pt idx="110">
                  <c:v>38.501429000000002</c:v>
                </c:pt>
                <c:pt idx="111">
                  <c:v>39.001432000000001</c:v>
                </c:pt>
                <c:pt idx="112">
                  <c:v>39.501432000000001</c:v>
                </c:pt>
                <c:pt idx="113">
                  <c:v>40.001432999999999</c:v>
                </c:pt>
                <c:pt idx="114">
                  <c:v>40.501432999999999</c:v>
                </c:pt>
                <c:pt idx="115">
                  <c:v>41.001710000000003</c:v>
                </c:pt>
                <c:pt idx="116">
                  <c:v>41.501711</c:v>
                </c:pt>
                <c:pt idx="117">
                  <c:v>42.001712000000005</c:v>
                </c:pt>
                <c:pt idx="118">
                  <c:v>42.501714</c:v>
                </c:pt>
                <c:pt idx="119">
                  <c:v>43.001714</c:v>
                </c:pt>
                <c:pt idx="120">
                  <c:v>43.501714</c:v>
                </c:pt>
                <c:pt idx="121">
                  <c:v>44.001715000000004</c:v>
                </c:pt>
                <c:pt idx="122">
                  <c:v>44.501715000000004</c:v>
                </c:pt>
                <c:pt idx="123">
                  <c:v>45.001716999999999</c:v>
                </c:pt>
                <c:pt idx="124">
                  <c:v>45.501718000000004</c:v>
                </c:pt>
                <c:pt idx="125">
                  <c:v>46.001718000000004</c:v>
                </c:pt>
                <c:pt idx="126">
                  <c:v>46.501719999999999</c:v>
                </c:pt>
                <c:pt idx="127">
                  <c:v>47.001721000000003</c:v>
                </c:pt>
              </c:numCache>
            </c:numRef>
          </c:xVal>
          <c:yVal>
            <c:numRef>
              <c:f>'life test'!$EK$76:$EK$203</c:f>
              <c:numCache>
                <c:formatCode>General</c:formatCode>
                <c:ptCount val="128"/>
                <c:pt idx="0">
                  <c:v>0</c:v>
                </c:pt>
                <c:pt idx="1">
                  <c:v>100</c:v>
                </c:pt>
                <c:pt idx="2">
                  <c:v>99.885792180004245</c:v>
                </c:pt>
                <c:pt idx="3">
                  <c:v>99.778184808310868</c:v>
                </c:pt>
                <c:pt idx="4">
                  <c:v>99.672025605539403</c:v>
                </c:pt>
                <c:pt idx="5">
                  <c:v>99.570262889753408</c:v>
                </c:pt>
                <c:pt idx="6">
                  <c:v>99.472658591546463</c:v>
                </c:pt>
                <c:pt idx="7">
                  <c:v>99.379389443665673</c:v>
                </c:pt>
                <c:pt idx="8">
                  <c:v>99.287037226861074</c:v>
                </c:pt>
                <c:pt idx="9">
                  <c:v>99.196969020911794</c:v>
                </c:pt>
                <c:pt idx="10">
                  <c:v>99.109748291399768</c:v>
                </c:pt>
                <c:pt idx="11">
                  <c:v>99.02462756276519</c:v>
                </c:pt>
                <c:pt idx="12">
                  <c:v>98.946455549905181</c:v>
                </c:pt>
                <c:pt idx="13">
                  <c:v>98.871720469174292</c:v>
                </c:pt>
                <c:pt idx="14">
                  <c:v>98.797326378684886</c:v>
                </c:pt>
                <c:pt idx="15">
                  <c:v>98.72454887302932</c:v>
                </c:pt>
                <c:pt idx="16">
                  <c:v>98.651322258275229</c:v>
                </c:pt>
                <c:pt idx="17">
                  <c:v>98.579930545277904</c:v>
                </c:pt>
                <c:pt idx="18">
                  <c:v>98.508412000544411</c:v>
                </c:pt>
                <c:pt idx="19">
                  <c:v>98.439551724248346</c:v>
                </c:pt>
                <c:pt idx="20">
                  <c:v>98.371708181050337</c:v>
                </c:pt>
                <c:pt idx="21">
                  <c:v>98.304808598642808</c:v>
                </c:pt>
                <c:pt idx="22">
                  <c:v>98.23605228278619</c:v>
                </c:pt>
                <c:pt idx="23">
                  <c:v>98.166650372600444</c:v>
                </c:pt>
                <c:pt idx="24">
                  <c:v>98.102780197399241</c:v>
                </c:pt>
                <c:pt idx="25">
                  <c:v>98.040080616746565</c:v>
                </c:pt>
                <c:pt idx="26">
                  <c:v>97.980657869146157</c:v>
                </c:pt>
                <c:pt idx="27">
                  <c:v>97.919353437591241</c:v>
                </c:pt>
                <c:pt idx="28">
                  <c:v>97.85892747174988</c:v>
                </c:pt>
                <c:pt idx="29">
                  <c:v>97.799372694391366</c:v>
                </c:pt>
                <c:pt idx="30">
                  <c:v>97.739647421912082</c:v>
                </c:pt>
                <c:pt idx="31">
                  <c:v>97.68013942675131</c:v>
                </c:pt>
                <c:pt idx="32">
                  <c:v>97.620955788161723</c:v>
                </c:pt>
                <c:pt idx="33">
                  <c:v>97.565970072118176</c:v>
                </c:pt>
                <c:pt idx="34">
                  <c:v>97.510382425130075</c:v>
                </c:pt>
                <c:pt idx="35">
                  <c:v>97.45487586728477</c:v>
                </c:pt>
                <c:pt idx="36">
                  <c:v>97.398624952692813</c:v>
                </c:pt>
                <c:pt idx="37">
                  <c:v>97.344217256692758</c:v>
                </c:pt>
                <c:pt idx="38">
                  <c:v>97.290474907505342</c:v>
                </c:pt>
                <c:pt idx="39">
                  <c:v>97.239203697964314</c:v>
                </c:pt>
                <c:pt idx="40">
                  <c:v>97.188369122269066</c:v>
                </c:pt>
                <c:pt idx="41">
                  <c:v>97.139234299759266</c:v>
                </c:pt>
                <c:pt idx="42">
                  <c:v>97.087819624811758</c:v>
                </c:pt>
                <c:pt idx="43">
                  <c:v>97.035458909865</c:v>
                </c:pt>
                <c:pt idx="44">
                  <c:v>96.985828196058904</c:v>
                </c:pt>
                <c:pt idx="45">
                  <c:v>96.937132086603697</c:v>
                </c:pt>
                <c:pt idx="46">
                  <c:v>96.889366423081796</c:v>
                </c:pt>
                <c:pt idx="47">
                  <c:v>96.840188976791822</c:v>
                </c:pt>
                <c:pt idx="48">
                  <c:v>96.792767422324602</c:v>
                </c:pt>
                <c:pt idx="49">
                  <c:v>96.744184629748432</c:v>
                </c:pt>
                <c:pt idx="50">
                  <c:v>96.608189820451585</c:v>
                </c:pt>
                <c:pt idx="51">
                  <c:v>96.478250706754253</c:v>
                </c:pt>
                <c:pt idx="52">
                  <c:v>96.341078025678144</c:v>
                </c:pt>
                <c:pt idx="53">
                  <c:v>96.209594059850176</c:v>
                </c:pt>
                <c:pt idx="54">
                  <c:v>96.082553363205463</c:v>
                </c:pt>
                <c:pt idx="55">
                  <c:v>95.960037024886745</c:v>
                </c:pt>
                <c:pt idx="56">
                  <c:v>95.839202766478778</c:v>
                </c:pt>
                <c:pt idx="57">
                  <c:v>95.718681428993619</c:v>
                </c:pt>
                <c:pt idx="58">
                  <c:v>95.603943410756543</c:v>
                </c:pt>
                <c:pt idx="59">
                  <c:v>95.484795390676879</c:v>
                </c:pt>
                <c:pt idx="60">
                  <c:v>95.367712024925211</c:v>
                </c:pt>
                <c:pt idx="61">
                  <c:v>95.251660986337555</c:v>
                </c:pt>
                <c:pt idx="62">
                  <c:v>95.139743414823485</c:v>
                </c:pt>
                <c:pt idx="63">
                  <c:v>95.026426535794059</c:v>
                </c:pt>
                <c:pt idx="64">
                  <c:v>94.914443469203107</c:v>
                </c:pt>
                <c:pt idx="65">
                  <c:v>94.806270552718985</c:v>
                </c:pt>
                <c:pt idx="66">
                  <c:v>94.698360656146733</c:v>
                </c:pt>
                <c:pt idx="67">
                  <c:v>94.595966900493096</c:v>
                </c:pt>
                <c:pt idx="68">
                  <c:v>94.490994925940456</c:v>
                </c:pt>
                <c:pt idx="69">
                  <c:v>94.391575478460254</c:v>
                </c:pt>
                <c:pt idx="70">
                  <c:v>94.287763702412164</c:v>
                </c:pt>
                <c:pt idx="71">
                  <c:v>94.184126579902383</c:v>
                </c:pt>
                <c:pt idx="72">
                  <c:v>94.083451290313292</c:v>
                </c:pt>
                <c:pt idx="73">
                  <c:v>93.983549466393939</c:v>
                </c:pt>
                <c:pt idx="74">
                  <c:v>93.882481206343627</c:v>
                </c:pt>
                <c:pt idx="75">
                  <c:v>93.780922253019</c:v>
                </c:pt>
                <c:pt idx="76">
                  <c:v>93.682623499076357</c:v>
                </c:pt>
                <c:pt idx="77">
                  <c:v>93.589682866184319</c:v>
                </c:pt>
                <c:pt idx="78">
                  <c:v>93.494493568986414</c:v>
                </c:pt>
                <c:pt idx="79">
                  <c:v>93.396003527835148</c:v>
                </c:pt>
                <c:pt idx="80">
                  <c:v>93.29636160501444</c:v>
                </c:pt>
                <c:pt idx="81">
                  <c:v>93.191205620483927</c:v>
                </c:pt>
                <c:pt idx="82">
                  <c:v>93.092291420739571</c:v>
                </c:pt>
                <c:pt idx="83">
                  <c:v>92.992338656204851</c:v>
                </c:pt>
                <c:pt idx="84">
                  <c:v>92.891366039758879</c:v>
                </c:pt>
                <c:pt idx="85">
                  <c:v>92.795358573902291</c:v>
                </c:pt>
                <c:pt idx="86">
                  <c:v>92.694422343610114</c:v>
                </c:pt>
                <c:pt idx="87">
                  <c:v>92.597799431951827</c:v>
                </c:pt>
                <c:pt idx="88">
                  <c:v>92.494089537134442</c:v>
                </c:pt>
                <c:pt idx="89">
                  <c:v>92.390261127416025</c:v>
                </c:pt>
                <c:pt idx="90">
                  <c:v>92.291141086001502</c:v>
                </c:pt>
                <c:pt idx="91">
                  <c:v>92.19552659060615</c:v>
                </c:pt>
                <c:pt idx="92">
                  <c:v>92.102974769757765</c:v>
                </c:pt>
                <c:pt idx="93">
                  <c:v>92.005661560781363</c:v>
                </c:pt>
                <c:pt idx="94">
                  <c:v>91.912515086219173</c:v>
                </c:pt>
                <c:pt idx="95">
                  <c:v>91.823331583609843</c:v>
                </c:pt>
                <c:pt idx="96">
                  <c:v>91.733741595682133</c:v>
                </c:pt>
                <c:pt idx="97">
                  <c:v>91.638165565649359</c:v>
                </c:pt>
                <c:pt idx="98">
                  <c:v>91.545206219878239</c:v>
                </c:pt>
                <c:pt idx="99">
                  <c:v>91.457118460300975</c:v>
                </c:pt>
                <c:pt idx="100">
                  <c:v>91.371990454435618</c:v>
                </c:pt>
                <c:pt idx="101">
                  <c:v>91.284543091165531</c:v>
                </c:pt>
                <c:pt idx="102">
                  <c:v>91.196484440511327</c:v>
                </c:pt>
                <c:pt idx="103">
                  <c:v>91.10965772106492</c:v>
                </c:pt>
                <c:pt idx="104">
                  <c:v>91.020850555246469</c:v>
                </c:pt>
                <c:pt idx="105">
                  <c:v>90.933336657295101</c:v>
                </c:pt>
                <c:pt idx="106">
                  <c:v>90.846241719914858</c:v>
                </c:pt>
                <c:pt idx="107">
                  <c:v>90.757339950096494</c:v>
                </c:pt>
                <c:pt idx="108">
                  <c:v>90.669499616365187</c:v>
                </c:pt>
                <c:pt idx="109">
                  <c:v>90.580750668392866</c:v>
                </c:pt>
                <c:pt idx="110">
                  <c:v>90.493667166660927</c:v>
                </c:pt>
                <c:pt idx="111">
                  <c:v>90.406863318511199</c:v>
                </c:pt>
                <c:pt idx="112">
                  <c:v>90.318585311329713</c:v>
                </c:pt>
                <c:pt idx="113">
                  <c:v>90.238010772713409</c:v>
                </c:pt>
                <c:pt idx="114">
                  <c:v>90.158010095723014</c:v>
                </c:pt>
                <c:pt idx="115">
                  <c:v>90.069093771443136</c:v>
                </c:pt>
                <c:pt idx="116">
                  <c:v>89.98411650821501</c:v>
                </c:pt>
                <c:pt idx="117">
                  <c:v>89.900163255315718</c:v>
                </c:pt>
                <c:pt idx="118">
                  <c:v>89.817263121668347</c:v>
                </c:pt>
                <c:pt idx="119">
                  <c:v>89.736146949162375</c:v>
                </c:pt>
                <c:pt idx="120">
                  <c:v>89.655334341139678</c:v>
                </c:pt>
                <c:pt idx="121">
                  <c:v>89.570498464109264</c:v>
                </c:pt>
                <c:pt idx="122">
                  <c:v>89.488702390329109</c:v>
                </c:pt>
                <c:pt idx="123">
                  <c:v>89.403017156508156</c:v>
                </c:pt>
                <c:pt idx="124">
                  <c:v>89.320323904135321</c:v>
                </c:pt>
                <c:pt idx="125">
                  <c:v>89.238207632201608</c:v>
                </c:pt>
                <c:pt idx="126">
                  <c:v>89.153127448138392</c:v>
                </c:pt>
                <c:pt idx="127">
                  <c:v>89.068609690052753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5253-40F4-8B0F-C25A45BF8E8D}"/>
            </c:ext>
          </c:extLst>
        </c:ser>
        <c:ser>
          <c:idx val="9"/>
          <c:order val="9"/>
          <c:tx>
            <c:v>5-2-1-P4-CC2.04</c:v>
          </c:tx>
          <c:spPr>
            <a:ln w="38100"/>
          </c:spPr>
          <c:marker>
            <c:symbol val="none"/>
          </c:marker>
          <c:xVal>
            <c:numRef>
              <c:f>'life test'!$EX$76:$EX$203</c:f>
              <c:numCache>
                <c:formatCode>General</c:formatCode>
                <c:ptCount val="128"/>
                <c:pt idx="0">
                  <c:v>0</c:v>
                </c:pt>
                <c:pt idx="1">
                  <c:v>0</c:v>
                </c:pt>
                <c:pt idx="2">
                  <c:v>0.16666800000000004</c:v>
                </c:pt>
                <c:pt idx="3">
                  <c:v>0.33333600000000008</c:v>
                </c:pt>
                <c:pt idx="4">
                  <c:v>0.50000400000000012</c:v>
                </c:pt>
                <c:pt idx="5">
                  <c:v>0.66667199999999971</c:v>
                </c:pt>
                <c:pt idx="6">
                  <c:v>0.83333999999999975</c:v>
                </c:pt>
                <c:pt idx="7">
                  <c:v>1.0000089999999999</c:v>
                </c:pt>
                <c:pt idx="8">
                  <c:v>1.166677</c:v>
                </c:pt>
                <c:pt idx="9">
                  <c:v>1.3333459999999997</c:v>
                </c:pt>
                <c:pt idx="10">
                  <c:v>1.500013</c:v>
                </c:pt>
                <c:pt idx="11">
                  <c:v>1.6666819999999998</c:v>
                </c:pt>
                <c:pt idx="12">
                  <c:v>1.8333499999999998</c:v>
                </c:pt>
                <c:pt idx="13">
                  <c:v>2.0000180000000003</c:v>
                </c:pt>
                <c:pt idx="14">
                  <c:v>2.1666859999999999</c:v>
                </c:pt>
                <c:pt idx="15">
                  <c:v>2.3333530000000002</c:v>
                </c:pt>
                <c:pt idx="16">
                  <c:v>2.5000209999999998</c:v>
                </c:pt>
                <c:pt idx="17">
                  <c:v>2.6666899999999996</c:v>
                </c:pt>
                <c:pt idx="18">
                  <c:v>2.8333590000000002</c:v>
                </c:pt>
                <c:pt idx="19">
                  <c:v>3.0000269999999998</c:v>
                </c:pt>
                <c:pt idx="20">
                  <c:v>3.1666940000000001</c:v>
                </c:pt>
                <c:pt idx="21">
                  <c:v>3.3333609999999996</c:v>
                </c:pt>
                <c:pt idx="22">
                  <c:v>3.5000290000000001</c:v>
                </c:pt>
                <c:pt idx="23">
                  <c:v>3.6666969999999997</c:v>
                </c:pt>
                <c:pt idx="24">
                  <c:v>3.8333660000000003</c:v>
                </c:pt>
                <c:pt idx="25">
                  <c:v>4.0000339999999994</c:v>
                </c:pt>
                <c:pt idx="26">
                  <c:v>4.166703</c:v>
                </c:pt>
                <c:pt idx="27">
                  <c:v>4.3333700000000004</c:v>
                </c:pt>
                <c:pt idx="28">
                  <c:v>4.500038</c:v>
                </c:pt>
                <c:pt idx="29">
                  <c:v>4.6667050000000003</c:v>
                </c:pt>
                <c:pt idx="30">
                  <c:v>4.8333729999999999</c:v>
                </c:pt>
                <c:pt idx="31">
                  <c:v>5.0000420000000005</c:v>
                </c:pt>
                <c:pt idx="32">
                  <c:v>5.1667100000000001</c:v>
                </c:pt>
                <c:pt idx="33">
                  <c:v>5.3333770000000005</c:v>
                </c:pt>
                <c:pt idx="34">
                  <c:v>5.5000459999999993</c:v>
                </c:pt>
                <c:pt idx="35">
                  <c:v>5.6667140000000007</c:v>
                </c:pt>
                <c:pt idx="36">
                  <c:v>5.8333820000000003</c:v>
                </c:pt>
                <c:pt idx="37">
                  <c:v>6.0000490000000006</c:v>
                </c:pt>
                <c:pt idx="38">
                  <c:v>6.1667179999999995</c:v>
                </c:pt>
                <c:pt idx="39">
                  <c:v>6.3333849999999998</c:v>
                </c:pt>
                <c:pt idx="40">
                  <c:v>6.5000540000000004</c:v>
                </c:pt>
                <c:pt idx="41">
                  <c:v>6.6667199999999998</c:v>
                </c:pt>
                <c:pt idx="42">
                  <c:v>6.8333880000000011</c:v>
                </c:pt>
                <c:pt idx="43">
                  <c:v>7.0000560000000007</c:v>
                </c:pt>
                <c:pt idx="44">
                  <c:v>7.1667230000000011</c:v>
                </c:pt>
                <c:pt idx="45">
                  <c:v>7.3333919999999999</c:v>
                </c:pt>
                <c:pt idx="46">
                  <c:v>7.5000599999999995</c:v>
                </c:pt>
                <c:pt idx="47">
                  <c:v>7.6667269999999998</c:v>
                </c:pt>
                <c:pt idx="48">
                  <c:v>7.8333960000000005</c:v>
                </c:pt>
                <c:pt idx="49">
                  <c:v>8.0000640000000001</c:v>
                </c:pt>
                <c:pt idx="50">
                  <c:v>8.5000660000000003</c:v>
                </c:pt>
                <c:pt idx="51">
                  <c:v>9.0000680000000006</c:v>
                </c:pt>
                <c:pt idx="52">
                  <c:v>9.5000689999999999</c:v>
                </c:pt>
                <c:pt idx="53">
                  <c:v>10.000069</c:v>
                </c:pt>
                <c:pt idx="54">
                  <c:v>10.500071</c:v>
                </c:pt>
                <c:pt idx="55">
                  <c:v>11.000072000000001</c:v>
                </c:pt>
                <c:pt idx="56">
                  <c:v>11.500072000000001</c:v>
                </c:pt>
                <c:pt idx="57">
                  <c:v>12.000072000000001</c:v>
                </c:pt>
                <c:pt idx="58">
                  <c:v>12.500072000000001</c:v>
                </c:pt>
                <c:pt idx="59">
                  <c:v>13.000074</c:v>
                </c:pt>
                <c:pt idx="60">
                  <c:v>13.500077000000001</c:v>
                </c:pt>
                <c:pt idx="61">
                  <c:v>14.000076999999999</c:v>
                </c:pt>
                <c:pt idx="62">
                  <c:v>14.500079000000001</c:v>
                </c:pt>
                <c:pt idx="63">
                  <c:v>15.000079999999999</c:v>
                </c:pt>
                <c:pt idx="64">
                  <c:v>15.500079999999999</c:v>
                </c:pt>
                <c:pt idx="65">
                  <c:v>16.000080999999998</c:v>
                </c:pt>
                <c:pt idx="66">
                  <c:v>16.500083</c:v>
                </c:pt>
                <c:pt idx="67">
                  <c:v>17.000083999999998</c:v>
                </c:pt>
                <c:pt idx="68">
                  <c:v>17.500083999999998</c:v>
                </c:pt>
                <c:pt idx="69">
                  <c:v>18.000086999999997</c:v>
                </c:pt>
                <c:pt idx="70">
                  <c:v>18.501107999999999</c:v>
                </c:pt>
                <c:pt idx="71">
                  <c:v>19.001311999999999</c:v>
                </c:pt>
                <c:pt idx="72">
                  <c:v>19.501329999999999</c:v>
                </c:pt>
                <c:pt idx="73">
                  <c:v>20.001332999999999</c:v>
                </c:pt>
                <c:pt idx="74">
                  <c:v>20.501338999999998</c:v>
                </c:pt>
                <c:pt idx="75">
                  <c:v>21.001341</c:v>
                </c:pt>
                <c:pt idx="76">
                  <c:v>21.501344</c:v>
                </c:pt>
                <c:pt idx="77">
                  <c:v>22.001345999999998</c:v>
                </c:pt>
                <c:pt idx="78">
                  <c:v>22.501351</c:v>
                </c:pt>
                <c:pt idx="79">
                  <c:v>23.001351999999997</c:v>
                </c:pt>
                <c:pt idx="80">
                  <c:v>23.501353999999999</c:v>
                </c:pt>
                <c:pt idx="81">
                  <c:v>24.001353999999999</c:v>
                </c:pt>
                <c:pt idx="82">
                  <c:v>24.501355</c:v>
                </c:pt>
                <c:pt idx="83">
                  <c:v>25.001356999999999</c:v>
                </c:pt>
                <c:pt idx="84">
                  <c:v>25.501358999999997</c:v>
                </c:pt>
                <c:pt idx="85">
                  <c:v>26.001358999999997</c:v>
                </c:pt>
                <c:pt idx="86">
                  <c:v>26.501359999999998</c:v>
                </c:pt>
                <c:pt idx="87">
                  <c:v>27.001362</c:v>
                </c:pt>
                <c:pt idx="88">
                  <c:v>27.501365</c:v>
                </c:pt>
                <c:pt idx="89">
                  <c:v>28.001367999999999</c:v>
                </c:pt>
                <c:pt idx="90">
                  <c:v>28.501370999999999</c:v>
                </c:pt>
                <c:pt idx="91">
                  <c:v>29.001375999999997</c:v>
                </c:pt>
                <c:pt idx="92">
                  <c:v>29.501382999999997</c:v>
                </c:pt>
                <c:pt idx="93">
                  <c:v>30.001386</c:v>
                </c:pt>
                <c:pt idx="94">
                  <c:v>30.501391999999999</c:v>
                </c:pt>
                <c:pt idx="95">
                  <c:v>31.001392999999997</c:v>
                </c:pt>
                <c:pt idx="96">
                  <c:v>31.501394000000001</c:v>
                </c:pt>
                <c:pt idx="97">
                  <c:v>32.001394000000005</c:v>
                </c:pt>
                <c:pt idx="98">
                  <c:v>32.501396</c:v>
                </c:pt>
                <c:pt idx="99">
                  <c:v>33.001397000000004</c:v>
                </c:pt>
                <c:pt idx="100">
                  <c:v>33.501400000000004</c:v>
                </c:pt>
                <c:pt idx="101">
                  <c:v>34.001400000000004</c:v>
                </c:pt>
                <c:pt idx="102">
                  <c:v>34.501405000000005</c:v>
                </c:pt>
                <c:pt idx="103">
                  <c:v>35.001406000000003</c:v>
                </c:pt>
                <c:pt idx="104">
                  <c:v>35.50141</c:v>
                </c:pt>
                <c:pt idx="105">
                  <c:v>36.001411000000004</c:v>
                </c:pt>
                <c:pt idx="106">
                  <c:v>36.501412999999999</c:v>
                </c:pt>
                <c:pt idx="107">
                  <c:v>37.001415000000001</c:v>
                </c:pt>
                <c:pt idx="108">
                  <c:v>37.501415999999999</c:v>
                </c:pt>
                <c:pt idx="109">
                  <c:v>38.001419000000006</c:v>
                </c:pt>
                <c:pt idx="110">
                  <c:v>38.501420000000003</c:v>
                </c:pt>
                <c:pt idx="111">
                  <c:v>39.001420000000003</c:v>
                </c:pt>
                <c:pt idx="112">
                  <c:v>39.501424</c:v>
                </c:pt>
                <c:pt idx="113">
                  <c:v>40.001428000000004</c:v>
                </c:pt>
                <c:pt idx="114">
                  <c:v>40.501428000000004</c:v>
                </c:pt>
                <c:pt idx="115">
                  <c:v>41.001694000000001</c:v>
                </c:pt>
                <c:pt idx="116">
                  <c:v>41.501696000000003</c:v>
                </c:pt>
                <c:pt idx="117">
                  <c:v>42.0017</c:v>
                </c:pt>
                <c:pt idx="118">
                  <c:v>42.501701000000004</c:v>
                </c:pt>
                <c:pt idx="119">
                  <c:v>43.001704000000004</c:v>
                </c:pt>
                <c:pt idx="120">
                  <c:v>43.501704000000004</c:v>
                </c:pt>
                <c:pt idx="121">
                  <c:v>44.001705000000001</c:v>
                </c:pt>
                <c:pt idx="122">
                  <c:v>44.501709000000005</c:v>
                </c:pt>
                <c:pt idx="123">
                  <c:v>45.001710000000003</c:v>
                </c:pt>
                <c:pt idx="124">
                  <c:v>45.501712000000005</c:v>
                </c:pt>
                <c:pt idx="125">
                  <c:v>46.001716999999999</c:v>
                </c:pt>
                <c:pt idx="126">
                  <c:v>46.501716999999999</c:v>
                </c:pt>
                <c:pt idx="127">
                  <c:v>47.001718000000004</c:v>
                </c:pt>
              </c:numCache>
            </c:numRef>
          </c:xVal>
          <c:yVal>
            <c:numRef>
              <c:f>'life test'!$EY$76:$EY$203</c:f>
              <c:numCache>
                <c:formatCode>General</c:formatCode>
                <c:ptCount val="128"/>
                <c:pt idx="0">
                  <c:v>0</c:v>
                </c:pt>
                <c:pt idx="1">
                  <c:v>100.00000000000001</c:v>
                </c:pt>
                <c:pt idx="2">
                  <c:v>99.889282562660071</c:v>
                </c:pt>
                <c:pt idx="3">
                  <c:v>99.78363493986555</c:v>
                </c:pt>
                <c:pt idx="4">
                  <c:v>99.682983385082451</c:v>
                </c:pt>
                <c:pt idx="5">
                  <c:v>99.587334130412202</c:v>
                </c:pt>
                <c:pt idx="6">
                  <c:v>99.492206294898196</c:v>
                </c:pt>
                <c:pt idx="7">
                  <c:v>99.403072702314304</c:v>
                </c:pt>
                <c:pt idx="8">
                  <c:v>99.316037250558452</c:v>
                </c:pt>
                <c:pt idx="9">
                  <c:v>99.230437259507738</c:v>
                </c:pt>
                <c:pt idx="10">
                  <c:v>99.147856721619007</c:v>
                </c:pt>
                <c:pt idx="11">
                  <c:v>99.068413008136588</c:v>
                </c:pt>
                <c:pt idx="12">
                  <c:v>98.992918369618678</c:v>
                </c:pt>
                <c:pt idx="13">
                  <c:v>98.922066646695541</c:v>
                </c:pt>
                <c:pt idx="14">
                  <c:v>98.851664673761789</c:v>
                </c:pt>
                <c:pt idx="15">
                  <c:v>98.782032365359527</c:v>
                </c:pt>
                <c:pt idx="16">
                  <c:v>98.715595047643944</c:v>
                </c:pt>
                <c:pt idx="17">
                  <c:v>98.648316396229987</c:v>
                </c:pt>
                <c:pt idx="18">
                  <c:v>98.582056693406301</c:v>
                </c:pt>
                <c:pt idx="19">
                  <c:v>98.51890888658302</c:v>
                </c:pt>
                <c:pt idx="20">
                  <c:v>98.455837942344573</c:v>
                </c:pt>
                <c:pt idx="21">
                  <c:v>98.392279855507894</c:v>
                </c:pt>
                <c:pt idx="22">
                  <c:v>98.330306799811638</c:v>
                </c:pt>
                <c:pt idx="23">
                  <c:v>98.267893342278214</c:v>
                </c:pt>
                <c:pt idx="24">
                  <c:v>98.208372618510197</c:v>
                </c:pt>
                <c:pt idx="25">
                  <c:v>98.149158306397752</c:v>
                </c:pt>
                <c:pt idx="26">
                  <c:v>98.092471111431209</c:v>
                </c:pt>
                <c:pt idx="27">
                  <c:v>98.03608928943666</c:v>
                </c:pt>
                <c:pt idx="28">
                  <c:v>97.980690062107143</c:v>
                </c:pt>
                <c:pt idx="29">
                  <c:v>97.925930663861834</c:v>
                </c:pt>
                <c:pt idx="30">
                  <c:v>97.871104789867502</c:v>
                </c:pt>
                <c:pt idx="31">
                  <c:v>97.815998471307054</c:v>
                </c:pt>
                <c:pt idx="32">
                  <c:v>97.761618192567809</c:v>
                </c:pt>
                <c:pt idx="33">
                  <c:v>97.708483295438867</c:v>
                </c:pt>
                <c:pt idx="34">
                  <c:v>97.658628561050051</c:v>
                </c:pt>
                <c:pt idx="35">
                  <c:v>97.60659986193194</c:v>
                </c:pt>
                <c:pt idx="36">
                  <c:v>97.555787461283984</c:v>
                </c:pt>
                <c:pt idx="37">
                  <c:v>97.506198629891188</c:v>
                </c:pt>
                <c:pt idx="38">
                  <c:v>97.456028135694581</c:v>
                </c:pt>
                <c:pt idx="39">
                  <c:v>97.407555889148412</c:v>
                </c:pt>
                <c:pt idx="40">
                  <c:v>97.359881351590317</c:v>
                </c:pt>
                <c:pt idx="41">
                  <c:v>97.313445963541113</c:v>
                </c:pt>
                <c:pt idx="42">
                  <c:v>97.264134460663712</c:v>
                </c:pt>
                <c:pt idx="43">
                  <c:v>97.217820598593136</c:v>
                </c:pt>
                <c:pt idx="44">
                  <c:v>97.1700442700444</c:v>
                </c:pt>
                <c:pt idx="45">
                  <c:v>97.126691694855396</c:v>
                </c:pt>
                <c:pt idx="46">
                  <c:v>97.081136071796962</c:v>
                </c:pt>
                <c:pt idx="47">
                  <c:v>97.034657059037443</c:v>
                </c:pt>
                <c:pt idx="48">
                  <c:v>96.989770348203393</c:v>
                </c:pt>
                <c:pt idx="49">
                  <c:v>96.944433887379958</c:v>
                </c:pt>
                <c:pt idx="50">
                  <c:v>96.815771113858617</c:v>
                </c:pt>
                <c:pt idx="51">
                  <c:v>96.691240223611544</c:v>
                </c:pt>
                <c:pt idx="52">
                  <c:v>96.566740493871819</c:v>
                </c:pt>
                <c:pt idx="53">
                  <c:v>96.441422281472427</c:v>
                </c:pt>
                <c:pt idx="54">
                  <c:v>96.323684381827107</c:v>
                </c:pt>
                <c:pt idx="55">
                  <c:v>96.207346627645265</c:v>
                </c:pt>
                <c:pt idx="56">
                  <c:v>96.094494695552029</c:v>
                </c:pt>
                <c:pt idx="57">
                  <c:v>95.982115364486887</c:v>
                </c:pt>
                <c:pt idx="58">
                  <c:v>95.871191229114885</c:v>
                </c:pt>
                <c:pt idx="59">
                  <c:v>95.761709825233083</c:v>
                </c:pt>
                <c:pt idx="60">
                  <c:v>95.65064442889441</c:v>
                </c:pt>
                <c:pt idx="61">
                  <c:v>95.543195728775245</c:v>
                </c:pt>
                <c:pt idx="62">
                  <c:v>95.435819736506531</c:v>
                </c:pt>
                <c:pt idx="63">
                  <c:v>95.330699764969793</c:v>
                </c:pt>
                <c:pt idx="64">
                  <c:v>95.223994762292634</c:v>
                </c:pt>
                <c:pt idx="65">
                  <c:v>95.122135218508021</c:v>
                </c:pt>
                <c:pt idx="66">
                  <c:v>95.020286061559176</c:v>
                </c:pt>
                <c:pt idx="67">
                  <c:v>94.920551664375651</c:v>
                </c:pt>
                <c:pt idx="68">
                  <c:v>94.822807384928069</c:v>
                </c:pt>
                <c:pt idx="69">
                  <c:v>94.724970662642008</c:v>
                </c:pt>
                <c:pt idx="70">
                  <c:v>94.62641621000337</c:v>
                </c:pt>
                <c:pt idx="71">
                  <c:v>94.528559752729322</c:v>
                </c:pt>
                <c:pt idx="72">
                  <c:v>94.432965548288706</c:v>
                </c:pt>
                <c:pt idx="73">
                  <c:v>94.336791758411437</c:v>
                </c:pt>
                <c:pt idx="74">
                  <c:v>94.239198088082674</c:v>
                </c:pt>
                <c:pt idx="75">
                  <c:v>94.144114915962561</c:v>
                </c:pt>
                <c:pt idx="76">
                  <c:v>94.049540698795781</c:v>
                </c:pt>
                <c:pt idx="77">
                  <c:v>93.959045392040764</c:v>
                </c:pt>
                <c:pt idx="78">
                  <c:v>93.865802767221325</c:v>
                </c:pt>
                <c:pt idx="79">
                  <c:v>93.771879804658113</c:v>
                </c:pt>
                <c:pt idx="80">
                  <c:v>93.678000466805173</c:v>
                </c:pt>
                <c:pt idx="81">
                  <c:v>93.581484950030642</c:v>
                </c:pt>
                <c:pt idx="82">
                  <c:v>93.485163667085246</c:v>
                </c:pt>
                <c:pt idx="83">
                  <c:v>93.389801089082582</c:v>
                </c:pt>
                <c:pt idx="84">
                  <c:v>93.292909568852721</c:v>
                </c:pt>
                <c:pt idx="85">
                  <c:v>93.201426474014809</c:v>
                </c:pt>
                <c:pt idx="86">
                  <c:v>93.107053761462225</c:v>
                </c:pt>
                <c:pt idx="87">
                  <c:v>93.013871380290297</c:v>
                </c:pt>
                <c:pt idx="88">
                  <c:v>92.916911306944286</c:v>
                </c:pt>
                <c:pt idx="89">
                  <c:v>92.819385151048124</c:v>
                </c:pt>
                <c:pt idx="90">
                  <c:v>92.725026980065621</c:v>
                </c:pt>
                <c:pt idx="91">
                  <c:v>92.632896785358469</c:v>
                </c:pt>
                <c:pt idx="92">
                  <c:v>92.540505881073159</c:v>
                </c:pt>
                <c:pt idx="93">
                  <c:v>92.446705483172167</c:v>
                </c:pt>
                <c:pt idx="94">
                  <c:v>92.357375579391984</c:v>
                </c:pt>
                <c:pt idx="95">
                  <c:v>92.271001769075482</c:v>
                </c:pt>
                <c:pt idx="96">
                  <c:v>92.182161085260631</c:v>
                </c:pt>
                <c:pt idx="97">
                  <c:v>92.091999195934264</c:v>
                </c:pt>
                <c:pt idx="98">
                  <c:v>92.002532185921751</c:v>
                </c:pt>
                <c:pt idx="99">
                  <c:v>91.91561514409382</c:v>
                </c:pt>
                <c:pt idx="100">
                  <c:v>91.832216123545436</c:v>
                </c:pt>
                <c:pt idx="101">
                  <c:v>91.746330494510701</c:v>
                </c:pt>
                <c:pt idx="102">
                  <c:v>91.660573662239699</c:v>
                </c:pt>
                <c:pt idx="103">
                  <c:v>91.575997813197134</c:v>
                </c:pt>
                <c:pt idx="104">
                  <c:v>91.489131666864537</c:v>
                </c:pt>
                <c:pt idx="105">
                  <c:v>91.402621788999298</c:v>
                </c:pt>
                <c:pt idx="106">
                  <c:v>91.319096049054366</c:v>
                </c:pt>
                <c:pt idx="107">
                  <c:v>91.233027611709886</c:v>
                </c:pt>
                <c:pt idx="108">
                  <c:v>91.148555631025147</c:v>
                </c:pt>
                <c:pt idx="109">
                  <c:v>91.062272186179968</c:v>
                </c:pt>
                <c:pt idx="110">
                  <c:v>90.978595837116174</c:v>
                </c:pt>
                <c:pt idx="111">
                  <c:v>90.894205912434131</c:v>
                </c:pt>
                <c:pt idx="112">
                  <c:v>90.80804295488403</c:v>
                </c:pt>
                <c:pt idx="113">
                  <c:v>90.727158587278581</c:v>
                </c:pt>
                <c:pt idx="114">
                  <c:v>90.646800832247308</c:v>
                </c:pt>
                <c:pt idx="115">
                  <c:v>90.573745022771107</c:v>
                </c:pt>
                <c:pt idx="116">
                  <c:v>90.490728237779507</c:v>
                </c:pt>
                <c:pt idx="117">
                  <c:v>90.407663673343336</c:v>
                </c:pt>
                <c:pt idx="118">
                  <c:v>90.325271137182241</c:v>
                </c:pt>
                <c:pt idx="119">
                  <c:v>90.244477135048101</c:v>
                </c:pt>
                <c:pt idx="120">
                  <c:v>90.163321671028726</c:v>
                </c:pt>
                <c:pt idx="121">
                  <c:v>90.081509758987906</c:v>
                </c:pt>
                <c:pt idx="122">
                  <c:v>89.999521270738768</c:v>
                </c:pt>
                <c:pt idx="123">
                  <c:v>89.916055774441389</c:v>
                </c:pt>
                <c:pt idx="124">
                  <c:v>89.832848910354954</c:v>
                </c:pt>
                <c:pt idx="125">
                  <c:v>89.75225849020218</c:v>
                </c:pt>
                <c:pt idx="126">
                  <c:v>89.667859217367919</c:v>
                </c:pt>
                <c:pt idx="127">
                  <c:v>89.587154542021494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5253-40F4-8B0F-C25A45BF8E8D}"/>
            </c:ext>
          </c:extLst>
        </c:ser>
        <c:ser>
          <c:idx val="10"/>
          <c:order val="10"/>
          <c:tx>
            <c:v>5-2-2-P4-CC2.04</c:v>
          </c:tx>
          <c:spPr>
            <a:ln w="38100"/>
          </c:spPr>
          <c:marker>
            <c:symbol val="none"/>
          </c:marker>
          <c:xVal>
            <c:numRef>
              <c:f>'life test'!$FL$76:$FL$203</c:f>
              <c:numCache>
                <c:formatCode>General</c:formatCode>
                <c:ptCount val="128"/>
                <c:pt idx="0">
                  <c:v>0</c:v>
                </c:pt>
                <c:pt idx="1">
                  <c:v>0</c:v>
                </c:pt>
                <c:pt idx="2">
                  <c:v>0.16666799999999959</c:v>
                </c:pt>
                <c:pt idx="3">
                  <c:v>0.33333599999999963</c:v>
                </c:pt>
                <c:pt idx="4">
                  <c:v>0.50000299999999998</c:v>
                </c:pt>
                <c:pt idx="5">
                  <c:v>0.66667199999999971</c:v>
                </c:pt>
                <c:pt idx="6">
                  <c:v>0.83333999999999975</c:v>
                </c:pt>
                <c:pt idx="7">
                  <c:v>1.0000069999999996</c:v>
                </c:pt>
                <c:pt idx="8">
                  <c:v>1.166674</c:v>
                </c:pt>
                <c:pt idx="9">
                  <c:v>1.333342</c:v>
                </c:pt>
                <c:pt idx="10">
                  <c:v>1.5000099999999996</c:v>
                </c:pt>
                <c:pt idx="11">
                  <c:v>1.666677</c:v>
                </c:pt>
                <c:pt idx="12">
                  <c:v>1.833345</c:v>
                </c:pt>
                <c:pt idx="13">
                  <c:v>2.0000119999999999</c:v>
                </c:pt>
                <c:pt idx="14">
                  <c:v>2.1666790000000002</c:v>
                </c:pt>
                <c:pt idx="15">
                  <c:v>2.3333469999999998</c:v>
                </c:pt>
                <c:pt idx="16">
                  <c:v>2.5000149999999994</c:v>
                </c:pt>
                <c:pt idx="17">
                  <c:v>2.6666829999999999</c:v>
                </c:pt>
                <c:pt idx="18">
                  <c:v>2.8333509999999995</c:v>
                </c:pt>
                <c:pt idx="19">
                  <c:v>3.0000200000000001</c:v>
                </c:pt>
                <c:pt idx="20">
                  <c:v>3.1666869999999996</c:v>
                </c:pt>
                <c:pt idx="21">
                  <c:v>3.3333539999999999</c:v>
                </c:pt>
                <c:pt idx="22">
                  <c:v>3.5000209999999994</c:v>
                </c:pt>
                <c:pt idx="23">
                  <c:v>3.6666889999999999</c:v>
                </c:pt>
                <c:pt idx="24">
                  <c:v>3.8333569999999995</c:v>
                </c:pt>
                <c:pt idx="25">
                  <c:v>4.0000239999999998</c:v>
                </c:pt>
                <c:pt idx="26">
                  <c:v>4.1666910000000001</c:v>
                </c:pt>
                <c:pt idx="27">
                  <c:v>4.3333599999999999</c:v>
                </c:pt>
                <c:pt idx="28">
                  <c:v>4.5000279999999995</c:v>
                </c:pt>
                <c:pt idx="29">
                  <c:v>4.6666949999999998</c:v>
                </c:pt>
                <c:pt idx="30">
                  <c:v>4.8333620000000002</c:v>
                </c:pt>
                <c:pt idx="31">
                  <c:v>5.0000309999999999</c:v>
                </c:pt>
                <c:pt idx="32">
                  <c:v>5.1666980000000002</c:v>
                </c:pt>
                <c:pt idx="33">
                  <c:v>5.333367</c:v>
                </c:pt>
                <c:pt idx="34">
                  <c:v>5.5000339999999994</c:v>
                </c:pt>
                <c:pt idx="35">
                  <c:v>5.6667019999999999</c:v>
                </c:pt>
                <c:pt idx="36">
                  <c:v>5.8333690000000002</c:v>
                </c:pt>
                <c:pt idx="37">
                  <c:v>6.0000360000000006</c:v>
                </c:pt>
                <c:pt idx="38">
                  <c:v>6.1667040000000002</c:v>
                </c:pt>
                <c:pt idx="39">
                  <c:v>6.3333710000000005</c:v>
                </c:pt>
                <c:pt idx="40">
                  <c:v>6.5000390000000001</c:v>
                </c:pt>
                <c:pt idx="41">
                  <c:v>6.6667069999999997</c:v>
                </c:pt>
                <c:pt idx="42">
                  <c:v>6.8333749999999993</c:v>
                </c:pt>
                <c:pt idx="43">
                  <c:v>7.0000419999999997</c:v>
                </c:pt>
                <c:pt idx="44">
                  <c:v>7.166709</c:v>
                </c:pt>
                <c:pt idx="45">
                  <c:v>7.3333760000000003</c:v>
                </c:pt>
                <c:pt idx="46">
                  <c:v>7.5000439999999999</c:v>
                </c:pt>
                <c:pt idx="47">
                  <c:v>7.6667119999999995</c:v>
                </c:pt>
                <c:pt idx="48">
                  <c:v>7.8333799999999991</c:v>
                </c:pt>
                <c:pt idx="49">
                  <c:v>8.0000469999999986</c:v>
                </c:pt>
                <c:pt idx="50">
                  <c:v>8.5000490000000006</c:v>
                </c:pt>
                <c:pt idx="51">
                  <c:v>9.0000509999999991</c:v>
                </c:pt>
                <c:pt idx="52">
                  <c:v>9.5000509999999991</c:v>
                </c:pt>
                <c:pt idx="53">
                  <c:v>10.000052</c:v>
                </c:pt>
                <c:pt idx="54">
                  <c:v>10.500053000000001</c:v>
                </c:pt>
                <c:pt idx="55">
                  <c:v>11.000053999999999</c:v>
                </c:pt>
                <c:pt idx="56">
                  <c:v>11.500056000000001</c:v>
                </c:pt>
                <c:pt idx="57">
                  <c:v>12.000056000000001</c:v>
                </c:pt>
                <c:pt idx="58">
                  <c:v>12.500057999999999</c:v>
                </c:pt>
                <c:pt idx="59">
                  <c:v>13.000057999999999</c:v>
                </c:pt>
                <c:pt idx="60">
                  <c:v>13.500059</c:v>
                </c:pt>
                <c:pt idx="61">
                  <c:v>14.000059999999998</c:v>
                </c:pt>
                <c:pt idx="62">
                  <c:v>14.500060999999999</c:v>
                </c:pt>
                <c:pt idx="63">
                  <c:v>15.000060999999999</c:v>
                </c:pt>
                <c:pt idx="64">
                  <c:v>15.500062</c:v>
                </c:pt>
                <c:pt idx="65">
                  <c:v>16.000062</c:v>
                </c:pt>
                <c:pt idx="66">
                  <c:v>16.500063999999998</c:v>
                </c:pt>
                <c:pt idx="67">
                  <c:v>17.000064999999999</c:v>
                </c:pt>
                <c:pt idx="68">
                  <c:v>17.500064999999999</c:v>
                </c:pt>
                <c:pt idx="69">
                  <c:v>18.000067999999999</c:v>
                </c:pt>
                <c:pt idx="70">
                  <c:v>18.500927999999998</c:v>
                </c:pt>
                <c:pt idx="71">
                  <c:v>19.000927999999998</c:v>
                </c:pt>
                <c:pt idx="72">
                  <c:v>19.501165999999998</c:v>
                </c:pt>
                <c:pt idx="73">
                  <c:v>20.001168</c:v>
                </c:pt>
                <c:pt idx="74">
                  <c:v>20.501192</c:v>
                </c:pt>
                <c:pt idx="75">
                  <c:v>21.001204999999999</c:v>
                </c:pt>
                <c:pt idx="76">
                  <c:v>21.501208999999999</c:v>
                </c:pt>
                <c:pt idx="77">
                  <c:v>22.001211999999999</c:v>
                </c:pt>
                <c:pt idx="78">
                  <c:v>22.501213999999997</c:v>
                </c:pt>
                <c:pt idx="79">
                  <c:v>23.001217</c:v>
                </c:pt>
                <c:pt idx="80">
                  <c:v>23.501217</c:v>
                </c:pt>
                <c:pt idx="81">
                  <c:v>24.001218999999999</c:v>
                </c:pt>
                <c:pt idx="82">
                  <c:v>24.501223</c:v>
                </c:pt>
                <c:pt idx="83">
                  <c:v>25.001225999999999</c:v>
                </c:pt>
                <c:pt idx="84">
                  <c:v>25.501228999999999</c:v>
                </c:pt>
                <c:pt idx="85">
                  <c:v>26.00123</c:v>
                </c:pt>
                <c:pt idx="86">
                  <c:v>26.501237999999997</c:v>
                </c:pt>
                <c:pt idx="87">
                  <c:v>27.001238999999998</c:v>
                </c:pt>
                <c:pt idx="88">
                  <c:v>27.501239999999999</c:v>
                </c:pt>
                <c:pt idx="89">
                  <c:v>28.001242999999999</c:v>
                </c:pt>
                <c:pt idx="90">
                  <c:v>28.501251999999997</c:v>
                </c:pt>
                <c:pt idx="91">
                  <c:v>29.001252999999998</c:v>
                </c:pt>
                <c:pt idx="92">
                  <c:v>29.501261</c:v>
                </c:pt>
                <c:pt idx="93">
                  <c:v>30.001267999999996</c:v>
                </c:pt>
                <c:pt idx="94">
                  <c:v>30.501270999999996</c:v>
                </c:pt>
                <c:pt idx="95">
                  <c:v>31.001275999999997</c:v>
                </c:pt>
                <c:pt idx="96">
                  <c:v>31.501280000000001</c:v>
                </c:pt>
                <c:pt idx="97">
                  <c:v>32.001283000000001</c:v>
                </c:pt>
                <c:pt idx="98">
                  <c:v>32.501286999999998</c:v>
                </c:pt>
                <c:pt idx="99">
                  <c:v>33.001288000000002</c:v>
                </c:pt>
                <c:pt idx="100">
                  <c:v>33.501291000000002</c:v>
                </c:pt>
                <c:pt idx="101">
                  <c:v>34.001291999999999</c:v>
                </c:pt>
                <c:pt idx="102">
                  <c:v>34.501295999999996</c:v>
                </c:pt>
                <c:pt idx="103">
                  <c:v>35.001297000000001</c:v>
                </c:pt>
                <c:pt idx="104">
                  <c:v>35.501298999999996</c:v>
                </c:pt>
                <c:pt idx="105">
                  <c:v>36.001300000000001</c:v>
                </c:pt>
                <c:pt idx="106">
                  <c:v>36.501300000000001</c:v>
                </c:pt>
                <c:pt idx="107">
                  <c:v>37.001300999999998</c:v>
                </c:pt>
                <c:pt idx="108">
                  <c:v>37.501306</c:v>
                </c:pt>
                <c:pt idx="109">
                  <c:v>38.001308000000002</c:v>
                </c:pt>
                <c:pt idx="110">
                  <c:v>38.501309999999997</c:v>
                </c:pt>
                <c:pt idx="111">
                  <c:v>39.001314999999998</c:v>
                </c:pt>
                <c:pt idx="112">
                  <c:v>39.501317</c:v>
                </c:pt>
                <c:pt idx="113">
                  <c:v>40.001317999999998</c:v>
                </c:pt>
                <c:pt idx="114">
                  <c:v>40.50132</c:v>
                </c:pt>
                <c:pt idx="115">
                  <c:v>41.001604999999998</c:v>
                </c:pt>
                <c:pt idx="116">
                  <c:v>41.501781000000001</c:v>
                </c:pt>
                <c:pt idx="117">
                  <c:v>42.001781999999999</c:v>
                </c:pt>
                <c:pt idx="118">
                  <c:v>42.501785999999996</c:v>
                </c:pt>
                <c:pt idx="119">
                  <c:v>43.001787</c:v>
                </c:pt>
                <c:pt idx="120">
                  <c:v>43.50179</c:v>
                </c:pt>
                <c:pt idx="121">
                  <c:v>44.00179</c:v>
                </c:pt>
                <c:pt idx="122">
                  <c:v>44.501793999999997</c:v>
                </c:pt>
                <c:pt idx="123">
                  <c:v>45.001798000000001</c:v>
                </c:pt>
                <c:pt idx="124">
                  <c:v>45.501798999999998</c:v>
                </c:pt>
                <c:pt idx="125">
                  <c:v>46.001801</c:v>
                </c:pt>
                <c:pt idx="126">
                  <c:v>46.501801999999998</c:v>
                </c:pt>
                <c:pt idx="127">
                  <c:v>47.001804</c:v>
                </c:pt>
              </c:numCache>
            </c:numRef>
          </c:xVal>
          <c:yVal>
            <c:numRef>
              <c:f>'life test'!$FM$76:$FM$203</c:f>
              <c:numCache>
                <c:formatCode>General</c:formatCode>
                <c:ptCount val="128"/>
                <c:pt idx="0">
                  <c:v>0</c:v>
                </c:pt>
                <c:pt idx="1">
                  <c:v>100.00000000000001</c:v>
                </c:pt>
                <c:pt idx="2">
                  <c:v>99.891316859683457</c:v>
                </c:pt>
                <c:pt idx="3">
                  <c:v>99.787899138220922</c:v>
                </c:pt>
                <c:pt idx="4">
                  <c:v>99.687974410790346</c:v>
                </c:pt>
                <c:pt idx="5">
                  <c:v>99.593393922744198</c:v>
                </c:pt>
                <c:pt idx="6">
                  <c:v>99.50083061800926</c:v>
                </c:pt>
                <c:pt idx="7">
                  <c:v>99.410542737533888</c:v>
                </c:pt>
                <c:pt idx="8">
                  <c:v>99.324607617139321</c:v>
                </c:pt>
                <c:pt idx="9">
                  <c:v>99.239410920661243</c:v>
                </c:pt>
                <c:pt idx="10">
                  <c:v>99.157820263449551</c:v>
                </c:pt>
                <c:pt idx="11">
                  <c:v>99.07745651002044</c:v>
                </c:pt>
                <c:pt idx="12">
                  <c:v>99.004069410645101</c:v>
                </c:pt>
                <c:pt idx="13">
                  <c:v>98.932024334511254</c:v>
                </c:pt>
                <c:pt idx="14">
                  <c:v>98.865853462117656</c:v>
                </c:pt>
                <c:pt idx="15">
                  <c:v>98.797006840138977</c:v>
                </c:pt>
                <c:pt idx="16">
                  <c:v>98.730533130970613</c:v>
                </c:pt>
                <c:pt idx="17">
                  <c:v>98.665874368226227</c:v>
                </c:pt>
                <c:pt idx="18">
                  <c:v>98.600074782015341</c:v>
                </c:pt>
                <c:pt idx="19">
                  <c:v>98.538062729713232</c:v>
                </c:pt>
                <c:pt idx="20">
                  <c:v>98.475056086770792</c:v>
                </c:pt>
                <c:pt idx="21">
                  <c:v>98.414116408527178</c:v>
                </c:pt>
                <c:pt idx="22">
                  <c:v>98.35148208887972</c:v>
                </c:pt>
                <c:pt idx="23">
                  <c:v>98.288396625406861</c:v>
                </c:pt>
                <c:pt idx="24">
                  <c:v>98.229146403005913</c:v>
                </c:pt>
                <c:pt idx="25">
                  <c:v>98.172286724323385</c:v>
                </c:pt>
                <c:pt idx="26">
                  <c:v>98.1150049409583</c:v>
                </c:pt>
                <c:pt idx="27">
                  <c:v>98.060518175086102</c:v>
                </c:pt>
                <c:pt idx="28">
                  <c:v>98.005218313215977</c:v>
                </c:pt>
                <c:pt idx="29">
                  <c:v>97.952112980850472</c:v>
                </c:pt>
                <c:pt idx="30">
                  <c:v>97.897544283111145</c:v>
                </c:pt>
                <c:pt idx="31">
                  <c:v>97.844996917132008</c:v>
                </c:pt>
                <c:pt idx="32">
                  <c:v>97.789552896660211</c:v>
                </c:pt>
                <c:pt idx="33">
                  <c:v>97.738627574227976</c:v>
                </c:pt>
                <c:pt idx="34">
                  <c:v>97.688241550161706</c:v>
                </c:pt>
                <c:pt idx="35">
                  <c:v>97.637627361402167</c:v>
                </c:pt>
                <c:pt idx="36">
                  <c:v>97.588527356516337</c:v>
                </c:pt>
                <c:pt idx="37">
                  <c:v>97.537888277062962</c:v>
                </c:pt>
                <c:pt idx="38">
                  <c:v>97.489260158247362</c:v>
                </c:pt>
                <c:pt idx="39">
                  <c:v>97.443167778864122</c:v>
                </c:pt>
                <c:pt idx="40">
                  <c:v>97.396716558645025</c:v>
                </c:pt>
                <c:pt idx="41">
                  <c:v>97.349424240397468</c:v>
                </c:pt>
                <c:pt idx="42">
                  <c:v>97.302933609913211</c:v>
                </c:pt>
                <c:pt idx="43">
                  <c:v>97.25683915630546</c:v>
                </c:pt>
                <c:pt idx="44">
                  <c:v>97.209372603201203</c:v>
                </c:pt>
                <c:pt idx="45">
                  <c:v>97.16618621232081</c:v>
                </c:pt>
                <c:pt idx="46">
                  <c:v>97.123186501644</c:v>
                </c:pt>
                <c:pt idx="47">
                  <c:v>97.077308804494905</c:v>
                </c:pt>
                <c:pt idx="48">
                  <c:v>97.034137970298119</c:v>
                </c:pt>
                <c:pt idx="49">
                  <c:v>96.990368722337564</c:v>
                </c:pt>
                <c:pt idx="50">
                  <c:v>96.864661384564144</c:v>
                </c:pt>
                <c:pt idx="51">
                  <c:v>96.744773283582091</c:v>
                </c:pt>
                <c:pt idx="52">
                  <c:v>96.621564349200298</c:v>
                </c:pt>
                <c:pt idx="53">
                  <c:v>96.501456380422894</c:v>
                </c:pt>
                <c:pt idx="54">
                  <c:v>96.385726062420119</c:v>
                </c:pt>
                <c:pt idx="55">
                  <c:v>96.272568819890409</c:v>
                </c:pt>
                <c:pt idx="56">
                  <c:v>96.163973834114458</c:v>
                </c:pt>
                <c:pt idx="57">
                  <c:v>96.053589829720593</c:v>
                </c:pt>
                <c:pt idx="58">
                  <c:v>95.948213003232397</c:v>
                </c:pt>
                <c:pt idx="59">
                  <c:v>95.84032117955671</c:v>
                </c:pt>
                <c:pt idx="60">
                  <c:v>95.731645299025857</c:v>
                </c:pt>
                <c:pt idx="61">
                  <c:v>95.625989489344505</c:v>
                </c:pt>
                <c:pt idx="62">
                  <c:v>95.524664660386875</c:v>
                </c:pt>
                <c:pt idx="63">
                  <c:v>95.422611778635158</c:v>
                </c:pt>
                <c:pt idx="64">
                  <c:v>95.319404590957802</c:v>
                </c:pt>
                <c:pt idx="65">
                  <c:v>95.220848851687037</c:v>
                </c:pt>
                <c:pt idx="66">
                  <c:v>95.121665659509688</c:v>
                </c:pt>
                <c:pt idx="67">
                  <c:v>95.027214810493831</c:v>
                </c:pt>
                <c:pt idx="68">
                  <c:v>94.930750926615701</c:v>
                </c:pt>
                <c:pt idx="69">
                  <c:v>94.838305852676399</c:v>
                </c:pt>
                <c:pt idx="70">
                  <c:v>94.743640321426383</c:v>
                </c:pt>
                <c:pt idx="71">
                  <c:v>94.651089462038385</c:v>
                </c:pt>
                <c:pt idx="72">
                  <c:v>94.557936040437582</c:v>
                </c:pt>
                <c:pt idx="73">
                  <c:v>94.464023452675477</c:v>
                </c:pt>
                <c:pt idx="74">
                  <c:v>94.370546452055109</c:v>
                </c:pt>
                <c:pt idx="75">
                  <c:v>94.278320208798917</c:v>
                </c:pt>
                <c:pt idx="76">
                  <c:v>94.18743184033525</c:v>
                </c:pt>
                <c:pt idx="77">
                  <c:v>94.101863857674445</c:v>
                </c:pt>
                <c:pt idx="78">
                  <c:v>94.014410404957161</c:v>
                </c:pt>
                <c:pt idx="79">
                  <c:v>93.924626561031545</c:v>
                </c:pt>
                <c:pt idx="80">
                  <c:v>93.833433281568659</c:v>
                </c:pt>
                <c:pt idx="81">
                  <c:v>93.736240307784215</c:v>
                </c:pt>
                <c:pt idx="82">
                  <c:v>93.643911390416065</c:v>
                </c:pt>
                <c:pt idx="83">
                  <c:v>93.552378975249937</c:v>
                </c:pt>
                <c:pt idx="84">
                  <c:v>93.45913325065959</c:v>
                </c:pt>
                <c:pt idx="85">
                  <c:v>93.370532751802372</c:v>
                </c:pt>
                <c:pt idx="86">
                  <c:v>93.278950555248642</c:v>
                </c:pt>
                <c:pt idx="87">
                  <c:v>93.190643559155987</c:v>
                </c:pt>
                <c:pt idx="88">
                  <c:v>93.095585999478402</c:v>
                </c:pt>
                <c:pt idx="89">
                  <c:v>92.99852785028547</c:v>
                </c:pt>
                <c:pt idx="90">
                  <c:v>92.905679339683928</c:v>
                </c:pt>
                <c:pt idx="91">
                  <c:v>92.815342714933138</c:v>
                </c:pt>
                <c:pt idx="92">
                  <c:v>92.728583090305975</c:v>
                </c:pt>
                <c:pt idx="93">
                  <c:v>92.638833471084311</c:v>
                </c:pt>
                <c:pt idx="94">
                  <c:v>92.552215930834336</c:v>
                </c:pt>
                <c:pt idx="95">
                  <c:v>92.468340515352907</c:v>
                </c:pt>
                <c:pt idx="96">
                  <c:v>92.38328175480305</c:v>
                </c:pt>
                <c:pt idx="97">
                  <c:v>92.296145658431939</c:v>
                </c:pt>
                <c:pt idx="98">
                  <c:v>92.208957706448686</c:v>
                </c:pt>
                <c:pt idx="99">
                  <c:v>92.126663887136729</c:v>
                </c:pt>
                <c:pt idx="100">
                  <c:v>92.045015151639433</c:v>
                </c:pt>
                <c:pt idx="101">
                  <c:v>91.962839563123111</c:v>
                </c:pt>
                <c:pt idx="102">
                  <c:v>91.881791315614109</c:v>
                </c:pt>
                <c:pt idx="103">
                  <c:v>91.799736032117863</c:v>
                </c:pt>
                <c:pt idx="104">
                  <c:v>91.714280057579231</c:v>
                </c:pt>
                <c:pt idx="105">
                  <c:v>91.633127061733759</c:v>
                </c:pt>
                <c:pt idx="106">
                  <c:v>91.552282088224246</c:v>
                </c:pt>
                <c:pt idx="107">
                  <c:v>91.468907597955848</c:v>
                </c:pt>
                <c:pt idx="108">
                  <c:v>91.385799645533709</c:v>
                </c:pt>
                <c:pt idx="109">
                  <c:v>91.302859705294807</c:v>
                </c:pt>
                <c:pt idx="110">
                  <c:v>91.219941544413004</c:v>
                </c:pt>
                <c:pt idx="111">
                  <c:v>91.140891812194852</c:v>
                </c:pt>
                <c:pt idx="112">
                  <c:v>91.05484675790261</c:v>
                </c:pt>
                <c:pt idx="113">
                  <c:v>90.977852582148671</c:v>
                </c:pt>
                <c:pt idx="114">
                  <c:v>90.903570454908234</c:v>
                </c:pt>
                <c:pt idx="115">
                  <c:v>90.804756474689142</c:v>
                </c:pt>
                <c:pt idx="116">
                  <c:v>90.724337754311208</c:v>
                </c:pt>
                <c:pt idx="117">
                  <c:v>90.646122897448095</c:v>
                </c:pt>
                <c:pt idx="118">
                  <c:v>90.565426230989232</c:v>
                </c:pt>
                <c:pt idx="119">
                  <c:v>90.487924907348813</c:v>
                </c:pt>
                <c:pt idx="120">
                  <c:v>90.410268016872038</c:v>
                </c:pt>
                <c:pt idx="121">
                  <c:v>90.33071113676742</c:v>
                </c:pt>
                <c:pt idx="122">
                  <c:v>90.251792080691828</c:v>
                </c:pt>
                <c:pt idx="123">
                  <c:v>90.172706049545198</c:v>
                </c:pt>
                <c:pt idx="124">
                  <c:v>90.093835737744982</c:v>
                </c:pt>
                <c:pt idx="125">
                  <c:v>90.013262487642947</c:v>
                </c:pt>
                <c:pt idx="126">
                  <c:v>89.934746868229581</c:v>
                </c:pt>
                <c:pt idx="127">
                  <c:v>89.853331482986817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5253-40F4-8B0F-C25A45BF8E8D}"/>
            </c:ext>
          </c:extLst>
        </c:ser>
        <c:ser>
          <c:idx val="11"/>
          <c:order val="11"/>
          <c:tx>
            <c:v>5-5-1-P3-CC2.04</c:v>
          </c:tx>
          <c:spPr>
            <a:ln w="38100"/>
          </c:spPr>
          <c:marker>
            <c:symbol val="none"/>
          </c:marker>
          <c:xVal>
            <c:numRef>
              <c:f>'life test'!$FZ$76:$FZ$203</c:f>
              <c:numCache>
                <c:formatCode>General</c:formatCode>
                <c:ptCount val="128"/>
                <c:pt idx="0">
                  <c:v>0</c:v>
                </c:pt>
                <c:pt idx="1">
                  <c:v>0</c:v>
                </c:pt>
                <c:pt idx="2">
                  <c:v>0.16666800000000004</c:v>
                </c:pt>
                <c:pt idx="3">
                  <c:v>0.33333599999999963</c:v>
                </c:pt>
                <c:pt idx="4">
                  <c:v>0.50000299999999998</c:v>
                </c:pt>
                <c:pt idx="5">
                  <c:v>0.66667100000000001</c:v>
                </c:pt>
                <c:pt idx="6">
                  <c:v>0.83333899999999961</c:v>
                </c:pt>
                <c:pt idx="7">
                  <c:v>1.0000079999999998</c:v>
                </c:pt>
                <c:pt idx="8">
                  <c:v>1.1666759999999998</c:v>
                </c:pt>
                <c:pt idx="9">
                  <c:v>1.333345</c:v>
                </c:pt>
                <c:pt idx="10">
                  <c:v>1.5000119999999999</c:v>
                </c:pt>
                <c:pt idx="11">
                  <c:v>1.6666809999999996</c:v>
                </c:pt>
                <c:pt idx="12">
                  <c:v>1.8333489999999997</c:v>
                </c:pt>
                <c:pt idx="13">
                  <c:v>2.0000170000000002</c:v>
                </c:pt>
                <c:pt idx="14">
                  <c:v>2.1666859999999999</c:v>
                </c:pt>
                <c:pt idx="15">
                  <c:v>2.3333520000000001</c:v>
                </c:pt>
                <c:pt idx="16">
                  <c:v>2.5000209999999998</c:v>
                </c:pt>
                <c:pt idx="17">
                  <c:v>2.6666899999999996</c:v>
                </c:pt>
                <c:pt idx="18">
                  <c:v>2.8333590000000002</c:v>
                </c:pt>
                <c:pt idx="19">
                  <c:v>3.0000249999999995</c:v>
                </c:pt>
                <c:pt idx="20">
                  <c:v>3.166693</c:v>
                </c:pt>
                <c:pt idx="21">
                  <c:v>3.3333599999999994</c:v>
                </c:pt>
                <c:pt idx="22">
                  <c:v>3.5000269999999998</c:v>
                </c:pt>
                <c:pt idx="23">
                  <c:v>3.6666940000000001</c:v>
                </c:pt>
                <c:pt idx="24">
                  <c:v>3.8333619999999997</c:v>
                </c:pt>
                <c:pt idx="25">
                  <c:v>4.0000300000000006</c:v>
                </c:pt>
                <c:pt idx="26">
                  <c:v>4.1666980000000002</c:v>
                </c:pt>
                <c:pt idx="27">
                  <c:v>4.3333650000000006</c:v>
                </c:pt>
                <c:pt idx="28">
                  <c:v>4.5000319999999991</c:v>
                </c:pt>
                <c:pt idx="29">
                  <c:v>4.6666989999999995</c:v>
                </c:pt>
                <c:pt idx="30">
                  <c:v>4.8333669999999991</c:v>
                </c:pt>
                <c:pt idx="31">
                  <c:v>5.0000350000000005</c:v>
                </c:pt>
                <c:pt idx="32">
                  <c:v>5.166703</c:v>
                </c:pt>
                <c:pt idx="33">
                  <c:v>5.3333700000000004</c:v>
                </c:pt>
                <c:pt idx="34">
                  <c:v>5.500038</c:v>
                </c:pt>
                <c:pt idx="35">
                  <c:v>5.6667050000000003</c:v>
                </c:pt>
                <c:pt idx="36">
                  <c:v>5.8333729999999999</c:v>
                </c:pt>
                <c:pt idx="37">
                  <c:v>6.000039000000001</c:v>
                </c:pt>
                <c:pt idx="38">
                  <c:v>6.1667079999999999</c:v>
                </c:pt>
                <c:pt idx="39">
                  <c:v>6.3333750000000002</c:v>
                </c:pt>
                <c:pt idx="40">
                  <c:v>6.5000429999999998</c:v>
                </c:pt>
                <c:pt idx="41">
                  <c:v>6.6667100000000001</c:v>
                </c:pt>
                <c:pt idx="42">
                  <c:v>6.8333770000000005</c:v>
                </c:pt>
                <c:pt idx="43">
                  <c:v>7.0000450000000001</c:v>
                </c:pt>
                <c:pt idx="44">
                  <c:v>7.1667120000000004</c:v>
                </c:pt>
                <c:pt idx="45">
                  <c:v>7.333381000000001</c:v>
                </c:pt>
                <c:pt idx="46">
                  <c:v>7.5000499999999999</c:v>
                </c:pt>
                <c:pt idx="47">
                  <c:v>7.6667170000000002</c:v>
                </c:pt>
                <c:pt idx="48">
                  <c:v>7.8333849999999998</c:v>
                </c:pt>
                <c:pt idx="49">
                  <c:v>8.0000520000000002</c:v>
                </c:pt>
                <c:pt idx="50">
                  <c:v>8.5000520000000002</c:v>
                </c:pt>
                <c:pt idx="51">
                  <c:v>9.0000540000000004</c:v>
                </c:pt>
                <c:pt idx="52">
                  <c:v>9.5000549999999997</c:v>
                </c:pt>
                <c:pt idx="53">
                  <c:v>10.000055</c:v>
                </c:pt>
                <c:pt idx="54">
                  <c:v>10.500056000000001</c:v>
                </c:pt>
                <c:pt idx="55">
                  <c:v>11.000057</c:v>
                </c:pt>
                <c:pt idx="56">
                  <c:v>11.500057</c:v>
                </c:pt>
                <c:pt idx="57">
                  <c:v>12.000058000000001</c:v>
                </c:pt>
                <c:pt idx="58">
                  <c:v>12.500059</c:v>
                </c:pt>
                <c:pt idx="59">
                  <c:v>13.000059</c:v>
                </c:pt>
                <c:pt idx="60">
                  <c:v>13.50006</c:v>
                </c:pt>
                <c:pt idx="61">
                  <c:v>14.000062000000002</c:v>
                </c:pt>
                <c:pt idx="62">
                  <c:v>14.500062999999999</c:v>
                </c:pt>
                <c:pt idx="63">
                  <c:v>15.000064</c:v>
                </c:pt>
                <c:pt idx="64">
                  <c:v>15.500065000000001</c:v>
                </c:pt>
                <c:pt idx="65">
                  <c:v>16.000065999999997</c:v>
                </c:pt>
                <c:pt idx="66">
                  <c:v>16.500065999999997</c:v>
                </c:pt>
                <c:pt idx="67">
                  <c:v>17.000067999999999</c:v>
                </c:pt>
                <c:pt idx="68">
                  <c:v>17.500067999999999</c:v>
                </c:pt>
                <c:pt idx="69">
                  <c:v>18.000069</c:v>
                </c:pt>
                <c:pt idx="70">
                  <c:v>18.503799999999998</c:v>
                </c:pt>
                <c:pt idx="71">
                  <c:v>19.005903999999997</c:v>
                </c:pt>
                <c:pt idx="72">
                  <c:v>19.505904999999998</c:v>
                </c:pt>
                <c:pt idx="73">
                  <c:v>20.005906</c:v>
                </c:pt>
                <c:pt idx="74">
                  <c:v>20.505906999999997</c:v>
                </c:pt>
                <c:pt idx="75">
                  <c:v>21.005907999999998</c:v>
                </c:pt>
                <c:pt idx="76">
                  <c:v>21.505908999999999</c:v>
                </c:pt>
                <c:pt idx="77">
                  <c:v>22.00591</c:v>
                </c:pt>
                <c:pt idx="78">
                  <c:v>22.505910999999998</c:v>
                </c:pt>
                <c:pt idx="79">
                  <c:v>23.005910999999998</c:v>
                </c:pt>
                <c:pt idx="80">
                  <c:v>23.505913</c:v>
                </c:pt>
                <c:pt idx="81">
                  <c:v>24.005913</c:v>
                </c:pt>
                <c:pt idx="82">
                  <c:v>24.505913999999997</c:v>
                </c:pt>
                <c:pt idx="83">
                  <c:v>25.005913999999997</c:v>
                </c:pt>
                <c:pt idx="84">
                  <c:v>25.505915999999999</c:v>
                </c:pt>
                <c:pt idx="85">
                  <c:v>26.005915999999999</c:v>
                </c:pt>
                <c:pt idx="86">
                  <c:v>26.505915999999999</c:v>
                </c:pt>
                <c:pt idx="87">
                  <c:v>27.005917</c:v>
                </c:pt>
                <c:pt idx="88">
                  <c:v>27.505917</c:v>
                </c:pt>
                <c:pt idx="89">
                  <c:v>28.005917</c:v>
                </c:pt>
                <c:pt idx="90">
                  <c:v>28.505917999999998</c:v>
                </c:pt>
                <c:pt idx="91">
                  <c:v>29.005918999999999</c:v>
                </c:pt>
                <c:pt idx="92">
                  <c:v>29.50592</c:v>
                </c:pt>
                <c:pt idx="93">
                  <c:v>30.005922000000002</c:v>
                </c:pt>
                <c:pt idx="94">
                  <c:v>30.505922000000002</c:v>
                </c:pt>
                <c:pt idx="95">
                  <c:v>31.005923999999997</c:v>
                </c:pt>
                <c:pt idx="96">
                  <c:v>31.505925000000001</c:v>
                </c:pt>
                <c:pt idx="97">
                  <c:v>32.005925000000005</c:v>
                </c:pt>
                <c:pt idx="98">
                  <c:v>32.505927</c:v>
                </c:pt>
                <c:pt idx="99">
                  <c:v>33.005929000000002</c:v>
                </c:pt>
                <c:pt idx="100">
                  <c:v>33.505929000000002</c:v>
                </c:pt>
                <c:pt idx="101">
                  <c:v>34.005931000000004</c:v>
                </c:pt>
                <c:pt idx="102">
                  <c:v>34.505932000000001</c:v>
                </c:pt>
                <c:pt idx="103">
                  <c:v>35.005932000000001</c:v>
                </c:pt>
                <c:pt idx="104">
                  <c:v>35.505934000000003</c:v>
                </c:pt>
                <c:pt idx="105">
                  <c:v>36.005935000000001</c:v>
                </c:pt>
                <c:pt idx="106">
                  <c:v>36.505937000000003</c:v>
                </c:pt>
                <c:pt idx="107">
                  <c:v>37.005938</c:v>
                </c:pt>
                <c:pt idx="108">
                  <c:v>37.505940000000002</c:v>
                </c:pt>
                <c:pt idx="109">
                  <c:v>38.005941</c:v>
                </c:pt>
                <c:pt idx="110">
                  <c:v>38.505941</c:v>
                </c:pt>
                <c:pt idx="111">
                  <c:v>39.005944</c:v>
                </c:pt>
                <c:pt idx="112">
                  <c:v>39.505946000000002</c:v>
                </c:pt>
                <c:pt idx="113">
                  <c:v>40.005946999999999</c:v>
                </c:pt>
                <c:pt idx="114">
                  <c:v>40.505946999999999</c:v>
                </c:pt>
                <c:pt idx="115">
                  <c:v>41.005948000000004</c:v>
                </c:pt>
                <c:pt idx="116">
                  <c:v>41.505949999999999</c:v>
                </c:pt>
                <c:pt idx="117">
                  <c:v>42.005952000000001</c:v>
                </c:pt>
                <c:pt idx="118">
                  <c:v>42.505954000000003</c:v>
                </c:pt>
                <c:pt idx="119">
                  <c:v>43.005956000000005</c:v>
                </c:pt>
                <c:pt idx="120">
                  <c:v>43.505958</c:v>
                </c:pt>
                <c:pt idx="121">
                  <c:v>44.005959000000004</c:v>
                </c:pt>
                <c:pt idx="122">
                  <c:v>44.505960000000002</c:v>
                </c:pt>
                <c:pt idx="123">
                  <c:v>45.005962000000004</c:v>
                </c:pt>
                <c:pt idx="124">
                  <c:v>45.505963000000001</c:v>
                </c:pt>
                <c:pt idx="125">
                  <c:v>46.005965000000003</c:v>
                </c:pt>
                <c:pt idx="126">
                  <c:v>46.505966000000001</c:v>
                </c:pt>
                <c:pt idx="127">
                  <c:v>47.005967000000005</c:v>
                </c:pt>
              </c:numCache>
            </c:numRef>
          </c:xVal>
          <c:yVal>
            <c:numRef>
              <c:f>'life test'!$GA$76:$GA$203</c:f>
              <c:numCache>
                <c:formatCode>General</c:formatCode>
                <c:ptCount val="128"/>
                <c:pt idx="0">
                  <c:v>0</c:v>
                </c:pt>
                <c:pt idx="1">
                  <c:v>100</c:v>
                </c:pt>
                <c:pt idx="2">
                  <c:v>99.889108822418208</c:v>
                </c:pt>
                <c:pt idx="3">
                  <c:v>99.780200603896063</c:v>
                </c:pt>
                <c:pt idx="4">
                  <c:v>99.677553433409074</c:v>
                </c:pt>
                <c:pt idx="5">
                  <c:v>99.576443263615829</c:v>
                </c:pt>
                <c:pt idx="6">
                  <c:v>99.479054253396868</c:v>
                </c:pt>
                <c:pt idx="7">
                  <c:v>99.385876956954746</c:v>
                </c:pt>
                <c:pt idx="8">
                  <c:v>99.294512533125754</c:v>
                </c:pt>
                <c:pt idx="9">
                  <c:v>99.206850600846437</c:v>
                </c:pt>
                <c:pt idx="10">
                  <c:v>99.121458907783449</c:v>
                </c:pt>
                <c:pt idx="11">
                  <c:v>99.038977352336246</c:v>
                </c:pt>
                <c:pt idx="12">
                  <c:v>98.961283108091678</c:v>
                </c:pt>
                <c:pt idx="13">
                  <c:v>98.887529891266951</c:v>
                </c:pt>
                <c:pt idx="14">
                  <c:v>98.815801118001033</c:v>
                </c:pt>
                <c:pt idx="15">
                  <c:v>98.742605867689946</c:v>
                </c:pt>
                <c:pt idx="16">
                  <c:v>98.671245269354017</c:v>
                </c:pt>
                <c:pt idx="17">
                  <c:v>98.603661834666269</c:v>
                </c:pt>
                <c:pt idx="18">
                  <c:v>98.535187520359159</c:v>
                </c:pt>
                <c:pt idx="19">
                  <c:v>98.468457629241556</c:v>
                </c:pt>
                <c:pt idx="20">
                  <c:v>98.402076207916863</c:v>
                </c:pt>
                <c:pt idx="21">
                  <c:v>98.336616779585896</c:v>
                </c:pt>
                <c:pt idx="22">
                  <c:v>98.268766806991081</c:v>
                </c:pt>
                <c:pt idx="23">
                  <c:v>98.202935055280207</c:v>
                </c:pt>
                <c:pt idx="24">
                  <c:v>98.142109445505</c:v>
                </c:pt>
                <c:pt idx="25">
                  <c:v>98.080983073110914</c:v>
                </c:pt>
                <c:pt idx="26">
                  <c:v>98.021883218500605</c:v>
                </c:pt>
                <c:pt idx="27">
                  <c:v>97.962916114287594</c:v>
                </c:pt>
                <c:pt idx="28">
                  <c:v>97.903583946482001</c:v>
                </c:pt>
                <c:pt idx="29">
                  <c:v>97.846650619840119</c:v>
                </c:pt>
                <c:pt idx="30">
                  <c:v>97.788075544144135</c:v>
                </c:pt>
                <c:pt idx="31">
                  <c:v>97.731718852040515</c:v>
                </c:pt>
                <c:pt idx="32">
                  <c:v>97.673755672707088</c:v>
                </c:pt>
                <c:pt idx="33">
                  <c:v>97.620738482785541</c:v>
                </c:pt>
                <c:pt idx="34">
                  <c:v>97.567340672584237</c:v>
                </c:pt>
                <c:pt idx="35">
                  <c:v>97.51115821537708</c:v>
                </c:pt>
                <c:pt idx="36">
                  <c:v>97.457183770637513</c:v>
                </c:pt>
                <c:pt idx="37">
                  <c:v>97.405664171135484</c:v>
                </c:pt>
                <c:pt idx="38">
                  <c:v>97.353958928499765</c:v>
                </c:pt>
                <c:pt idx="39">
                  <c:v>97.304655638365176</c:v>
                </c:pt>
                <c:pt idx="40">
                  <c:v>97.255244488532782</c:v>
                </c:pt>
                <c:pt idx="41">
                  <c:v>97.204951793093315</c:v>
                </c:pt>
                <c:pt idx="42">
                  <c:v>97.154083500228055</c:v>
                </c:pt>
                <c:pt idx="43">
                  <c:v>97.104382996014039</c:v>
                </c:pt>
                <c:pt idx="44">
                  <c:v>97.055449955034433</c:v>
                </c:pt>
                <c:pt idx="45">
                  <c:v>97.007116365067603</c:v>
                </c:pt>
                <c:pt idx="46">
                  <c:v>96.960774031060282</c:v>
                </c:pt>
                <c:pt idx="47">
                  <c:v>96.912477777142712</c:v>
                </c:pt>
                <c:pt idx="48">
                  <c:v>96.864834904086848</c:v>
                </c:pt>
                <c:pt idx="49">
                  <c:v>96.819034979905993</c:v>
                </c:pt>
                <c:pt idx="50">
                  <c:v>96.685716244967921</c:v>
                </c:pt>
                <c:pt idx="51">
                  <c:v>96.55721386038185</c:v>
                </c:pt>
                <c:pt idx="52">
                  <c:v>96.423194037408038</c:v>
                </c:pt>
                <c:pt idx="53">
                  <c:v>96.296174723666823</c:v>
                </c:pt>
                <c:pt idx="54">
                  <c:v>96.170220524441433</c:v>
                </c:pt>
                <c:pt idx="55">
                  <c:v>96.049999482999411</c:v>
                </c:pt>
                <c:pt idx="56">
                  <c:v>95.932538197863778</c:v>
                </c:pt>
                <c:pt idx="57">
                  <c:v>95.811629550848266</c:v>
                </c:pt>
                <c:pt idx="58">
                  <c:v>95.70031315715012</c:v>
                </c:pt>
                <c:pt idx="59">
                  <c:v>95.580413620576564</c:v>
                </c:pt>
                <c:pt idx="60">
                  <c:v>95.46669631148977</c:v>
                </c:pt>
                <c:pt idx="61">
                  <c:v>95.352130644395217</c:v>
                </c:pt>
                <c:pt idx="62">
                  <c:v>95.241976853785928</c:v>
                </c:pt>
                <c:pt idx="63">
                  <c:v>95.130428146892498</c:v>
                </c:pt>
                <c:pt idx="64">
                  <c:v>95.02046207364188</c:v>
                </c:pt>
                <c:pt idx="65">
                  <c:v>94.912903138454809</c:v>
                </c:pt>
                <c:pt idx="66">
                  <c:v>94.807581254884724</c:v>
                </c:pt>
                <c:pt idx="67">
                  <c:v>94.705601984834146</c:v>
                </c:pt>
                <c:pt idx="68">
                  <c:v>94.600566344308248</c:v>
                </c:pt>
                <c:pt idx="69">
                  <c:v>94.500418614895423</c:v>
                </c:pt>
                <c:pt idx="70">
                  <c:v>94.396643066031388</c:v>
                </c:pt>
                <c:pt idx="71">
                  <c:v>94.294028046031244</c:v>
                </c:pt>
                <c:pt idx="72">
                  <c:v>94.193041292622965</c:v>
                </c:pt>
                <c:pt idx="73">
                  <c:v>94.09318395470423</c:v>
                </c:pt>
                <c:pt idx="74">
                  <c:v>93.991687979068814</c:v>
                </c:pt>
                <c:pt idx="75">
                  <c:v>93.890384906354498</c:v>
                </c:pt>
                <c:pt idx="76">
                  <c:v>93.792646389230157</c:v>
                </c:pt>
                <c:pt idx="77">
                  <c:v>93.698270190762429</c:v>
                </c:pt>
                <c:pt idx="78">
                  <c:v>93.604106600352864</c:v>
                </c:pt>
                <c:pt idx="79">
                  <c:v>93.504802043385368</c:v>
                </c:pt>
                <c:pt idx="80">
                  <c:v>93.405633348152634</c:v>
                </c:pt>
                <c:pt idx="81">
                  <c:v>93.302206269081509</c:v>
                </c:pt>
                <c:pt idx="82">
                  <c:v>93.199944904436663</c:v>
                </c:pt>
                <c:pt idx="83">
                  <c:v>93.100729539142364</c:v>
                </c:pt>
                <c:pt idx="84">
                  <c:v>92.998922429763283</c:v>
                </c:pt>
                <c:pt idx="85">
                  <c:v>92.904323252112604</c:v>
                </c:pt>
                <c:pt idx="86">
                  <c:v>92.803311608004847</c:v>
                </c:pt>
                <c:pt idx="87">
                  <c:v>92.706386187063941</c:v>
                </c:pt>
                <c:pt idx="88">
                  <c:v>92.601118233342774</c:v>
                </c:pt>
                <c:pt idx="89">
                  <c:v>92.496305571999841</c:v>
                </c:pt>
                <c:pt idx="90">
                  <c:v>92.398086871797759</c:v>
                </c:pt>
                <c:pt idx="91">
                  <c:v>92.30016478576465</c:v>
                </c:pt>
                <c:pt idx="92">
                  <c:v>92.20480747889188</c:v>
                </c:pt>
                <c:pt idx="93">
                  <c:v>92.107165413228074</c:v>
                </c:pt>
                <c:pt idx="94">
                  <c:v>92.013502748145825</c:v>
                </c:pt>
                <c:pt idx="95">
                  <c:v>91.922738812442105</c:v>
                </c:pt>
                <c:pt idx="96">
                  <c:v>91.828497438596628</c:v>
                </c:pt>
                <c:pt idx="97">
                  <c:v>91.733664910638169</c:v>
                </c:pt>
                <c:pt idx="98">
                  <c:v>91.639269007033349</c:v>
                </c:pt>
                <c:pt idx="99">
                  <c:v>91.550894578481035</c:v>
                </c:pt>
                <c:pt idx="100">
                  <c:v>91.462256723359062</c:v>
                </c:pt>
                <c:pt idx="101">
                  <c:v>91.371733397750447</c:v>
                </c:pt>
                <c:pt idx="102">
                  <c:v>91.282693142986673</c:v>
                </c:pt>
                <c:pt idx="103">
                  <c:v>91.193597921261528</c:v>
                </c:pt>
                <c:pt idx="104">
                  <c:v>91.102020889374359</c:v>
                </c:pt>
                <c:pt idx="105">
                  <c:v>91.014585047615441</c:v>
                </c:pt>
                <c:pt idx="106">
                  <c:v>90.924653913232277</c:v>
                </c:pt>
                <c:pt idx="107">
                  <c:v>90.835523429682837</c:v>
                </c:pt>
                <c:pt idx="108">
                  <c:v>90.745544588125654</c:v>
                </c:pt>
                <c:pt idx="109">
                  <c:v>90.655854063837623</c:v>
                </c:pt>
                <c:pt idx="110">
                  <c:v>90.566615720590363</c:v>
                </c:pt>
                <c:pt idx="111">
                  <c:v>90.478194621976485</c:v>
                </c:pt>
                <c:pt idx="112">
                  <c:v>90.386760711611402</c:v>
                </c:pt>
                <c:pt idx="113">
                  <c:v>90.305655404423703</c:v>
                </c:pt>
                <c:pt idx="114">
                  <c:v>90.222775597784633</c:v>
                </c:pt>
                <c:pt idx="115">
                  <c:v>90.184349543328779</c:v>
                </c:pt>
                <c:pt idx="116">
                  <c:v>90.096035267300238</c:v>
                </c:pt>
                <c:pt idx="117">
                  <c:v>90.009973599575858</c:v>
                </c:pt>
                <c:pt idx="118">
                  <c:v>89.924475083927547</c:v>
                </c:pt>
                <c:pt idx="119">
                  <c:v>89.839207844362008</c:v>
                </c:pt>
                <c:pt idx="120">
                  <c:v>89.755311667493601</c:v>
                </c:pt>
                <c:pt idx="121">
                  <c:v>89.668653660093867</c:v>
                </c:pt>
                <c:pt idx="122">
                  <c:v>89.582525617170859</c:v>
                </c:pt>
                <c:pt idx="123">
                  <c:v>89.495903908707874</c:v>
                </c:pt>
                <c:pt idx="124">
                  <c:v>89.411581478610643</c:v>
                </c:pt>
                <c:pt idx="125">
                  <c:v>89.323878061832161</c:v>
                </c:pt>
                <c:pt idx="126">
                  <c:v>89.237183755495664</c:v>
                </c:pt>
                <c:pt idx="127">
                  <c:v>89.149396332606401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5253-40F4-8B0F-C25A45BF8E8D}"/>
            </c:ext>
          </c:extLst>
        </c:ser>
        <c:ser>
          <c:idx val="13"/>
          <c:order val="13"/>
          <c:tx>
            <c:v>5-5-3-P3-CC2.04</c:v>
          </c:tx>
          <c:spPr>
            <a:ln w="38100"/>
          </c:spPr>
          <c:marker>
            <c:symbol val="none"/>
          </c:marker>
          <c:xVal>
            <c:numRef>
              <c:f>'life test'!$HB$76:$HB$240</c:f>
              <c:numCache>
                <c:formatCode>General</c:formatCode>
                <c:ptCount val="165"/>
                <c:pt idx="0">
                  <c:v>0</c:v>
                </c:pt>
                <c:pt idx="1">
                  <c:v>0</c:v>
                </c:pt>
                <c:pt idx="2">
                  <c:v>0.16666800000000004</c:v>
                </c:pt>
                <c:pt idx="3">
                  <c:v>0.33333499999999994</c:v>
                </c:pt>
                <c:pt idx="4">
                  <c:v>0.50000200000000028</c:v>
                </c:pt>
                <c:pt idx="5">
                  <c:v>0.66667000000000032</c:v>
                </c:pt>
                <c:pt idx="6">
                  <c:v>0.83333799999999991</c:v>
                </c:pt>
                <c:pt idx="7">
                  <c:v>1.0000050000000003</c:v>
                </c:pt>
                <c:pt idx="8">
                  <c:v>1.1666720000000002</c:v>
                </c:pt>
                <c:pt idx="9">
                  <c:v>1.3333390000000001</c:v>
                </c:pt>
                <c:pt idx="10">
                  <c:v>1.500006</c:v>
                </c:pt>
                <c:pt idx="11">
                  <c:v>1.666674</c:v>
                </c:pt>
                <c:pt idx="12">
                  <c:v>1.8333400000000002</c:v>
                </c:pt>
                <c:pt idx="13">
                  <c:v>2.0000070000000005</c:v>
                </c:pt>
                <c:pt idx="14">
                  <c:v>2.1666750000000001</c:v>
                </c:pt>
                <c:pt idx="15">
                  <c:v>2.3333439999999999</c:v>
                </c:pt>
                <c:pt idx="16">
                  <c:v>2.5000100000000001</c:v>
                </c:pt>
                <c:pt idx="17">
                  <c:v>2.6666780000000005</c:v>
                </c:pt>
                <c:pt idx="18">
                  <c:v>2.8333470000000003</c:v>
                </c:pt>
                <c:pt idx="19">
                  <c:v>3.0000130000000005</c:v>
                </c:pt>
                <c:pt idx="20">
                  <c:v>3.1666810000000001</c:v>
                </c:pt>
                <c:pt idx="21">
                  <c:v>3.3333480000000004</c:v>
                </c:pt>
                <c:pt idx="22">
                  <c:v>3.500016</c:v>
                </c:pt>
                <c:pt idx="23">
                  <c:v>3.6666840000000005</c:v>
                </c:pt>
                <c:pt idx="24">
                  <c:v>3.8333520000000001</c:v>
                </c:pt>
                <c:pt idx="25">
                  <c:v>4.0000199999999992</c:v>
                </c:pt>
                <c:pt idx="26">
                  <c:v>4.1666869999999996</c:v>
                </c:pt>
                <c:pt idx="27">
                  <c:v>4.333355000000001</c:v>
                </c:pt>
                <c:pt idx="28">
                  <c:v>4.5000230000000006</c:v>
                </c:pt>
                <c:pt idx="29">
                  <c:v>4.6666910000000001</c:v>
                </c:pt>
                <c:pt idx="30">
                  <c:v>4.8333589999999997</c:v>
                </c:pt>
                <c:pt idx="31">
                  <c:v>5.0000269999999993</c:v>
                </c:pt>
                <c:pt idx="32">
                  <c:v>5.1666939999999997</c:v>
                </c:pt>
                <c:pt idx="33">
                  <c:v>5.333361</c:v>
                </c:pt>
                <c:pt idx="34">
                  <c:v>5.5000289999999996</c:v>
                </c:pt>
                <c:pt idx="35">
                  <c:v>5.666697000000001</c:v>
                </c:pt>
                <c:pt idx="36">
                  <c:v>5.8333639999999995</c:v>
                </c:pt>
                <c:pt idx="37">
                  <c:v>6.0000309999999999</c:v>
                </c:pt>
                <c:pt idx="38">
                  <c:v>6.1666990000000013</c:v>
                </c:pt>
                <c:pt idx="39">
                  <c:v>6.3333680000000001</c:v>
                </c:pt>
                <c:pt idx="40">
                  <c:v>6.5000350000000005</c:v>
                </c:pt>
                <c:pt idx="41">
                  <c:v>6.666703</c:v>
                </c:pt>
                <c:pt idx="42">
                  <c:v>6.8333700000000004</c:v>
                </c:pt>
                <c:pt idx="43">
                  <c:v>7.0000370000000007</c:v>
                </c:pt>
                <c:pt idx="44">
                  <c:v>7.1667050000000003</c:v>
                </c:pt>
                <c:pt idx="45">
                  <c:v>7.3333720000000007</c:v>
                </c:pt>
                <c:pt idx="46">
                  <c:v>7.500039000000001</c:v>
                </c:pt>
                <c:pt idx="47">
                  <c:v>7.6667060000000014</c:v>
                </c:pt>
                <c:pt idx="48">
                  <c:v>7.8333740000000009</c:v>
                </c:pt>
                <c:pt idx="49">
                  <c:v>8.0000410000000013</c:v>
                </c:pt>
                <c:pt idx="50">
                  <c:v>8.5000429999999998</c:v>
                </c:pt>
                <c:pt idx="51">
                  <c:v>9.0000440000000008</c:v>
                </c:pt>
                <c:pt idx="52">
                  <c:v>9.5000440000000008</c:v>
                </c:pt>
                <c:pt idx="53">
                  <c:v>10.000046000000001</c:v>
                </c:pt>
                <c:pt idx="54">
                  <c:v>10.500047</c:v>
                </c:pt>
                <c:pt idx="55">
                  <c:v>11.000047</c:v>
                </c:pt>
                <c:pt idx="56">
                  <c:v>11.500049000000001</c:v>
                </c:pt>
                <c:pt idx="57">
                  <c:v>12.000049000000001</c:v>
                </c:pt>
                <c:pt idx="58">
                  <c:v>12.50005</c:v>
                </c:pt>
                <c:pt idx="59">
                  <c:v>13.000052</c:v>
                </c:pt>
                <c:pt idx="60">
                  <c:v>13.500055</c:v>
                </c:pt>
                <c:pt idx="61">
                  <c:v>14.000055</c:v>
                </c:pt>
                <c:pt idx="62">
                  <c:v>14.500056000000001</c:v>
                </c:pt>
                <c:pt idx="63">
                  <c:v>15.000056000000001</c:v>
                </c:pt>
                <c:pt idx="64">
                  <c:v>15.500057000000002</c:v>
                </c:pt>
                <c:pt idx="65">
                  <c:v>16.000059</c:v>
                </c:pt>
                <c:pt idx="66">
                  <c:v>16.500059</c:v>
                </c:pt>
                <c:pt idx="67">
                  <c:v>17.000059</c:v>
                </c:pt>
                <c:pt idx="68">
                  <c:v>17.500060000000001</c:v>
                </c:pt>
                <c:pt idx="69">
                  <c:v>18.000062</c:v>
                </c:pt>
                <c:pt idx="70">
                  <c:v>18.500063000000001</c:v>
                </c:pt>
                <c:pt idx="71">
                  <c:v>19.001225999999999</c:v>
                </c:pt>
                <c:pt idx="72">
                  <c:v>19.50123</c:v>
                </c:pt>
                <c:pt idx="73">
                  <c:v>20.001232000000002</c:v>
                </c:pt>
                <c:pt idx="74">
                  <c:v>20.501236000000002</c:v>
                </c:pt>
                <c:pt idx="75">
                  <c:v>21.001243000000002</c:v>
                </c:pt>
                <c:pt idx="76">
                  <c:v>21.501245000000001</c:v>
                </c:pt>
                <c:pt idx="77">
                  <c:v>22.001246000000002</c:v>
                </c:pt>
                <c:pt idx="78">
                  <c:v>22.501248</c:v>
                </c:pt>
                <c:pt idx="79">
                  <c:v>23.001249000000001</c:v>
                </c:pt>
                <c:pt idx="80">
                  <c:v>23.501249999999999</c:v>
                </c:pt>
                <c:pt idx="81">
                  <c:v>24.001249999999999</c:v>
                </c:pt>
                <c:pt idx="82">
                  <c:v>24.501252000000001</c:v>
                </c:pt>
                <c:pt idx="83">
                  <c:v>25.001252000000001</c:v>
                </c:pt>
                <c:pt idx="84">
                  <c:v>25.501255</c:v>
                </c:pt>
                <c:pt idx="85">
                  <c:v>26.001255</c:v>
                </c:pt>
                <c:pt idx="86">
                  <c:v>26.501256000000001</c:v>
                </c:pt>
                <c:pt idx="87">
                  <c:v>27.001259000000001</c:v>
                </c:pt>
                <c:pt idx="88">
                  <c:v>27.501260000000002</c:v>
                </c:pt>
                <c:pt idx="89">
                  <c:v>28.001263000000002</c:v>
                </c:pt>
                <c:pt idx="90">
                  <c:v>28.501267000000002</c:v>
                </c:pt>
                <c:pt idx="91">
                  <c:v>29.001270999999999</c:v>
                </c:pt>
                <c:pt idx="92">
                  <c:v>29.501274000000002</c:v>
                </c:pt>
                <c:pt idx="93">
                  <c:v>30.001278000000003</c:v>
                </c:pt>
                <c:pt idx="94">
                  <c:v>30.501282</c:v>
                </c:pt>
                <c:pt idx="95">
                  <c:v>31.001284000000002</c:v>
                </c:pt>
                <c:pt idx="96">
                  <c:v>31.501287000000001</c:v>
                </c:pt>
                <c:pt idx="97">
                  <c:v>32.001287999999995</c:v>
                </c:pt>
                <c:pt idx="98">
                  <c:v>32.501289</c:v>
                </c:pt>
                <c:pt idx="99">
                  <c:v>33.001289999999997</c:v>
                </c:pt>
                <c:pt idx="100">
                  <c:v>33.501293999999994</c:v>
                </c:pt>
                <c:pt idx="101">
                  <c:v>34.001294999999999</c:v>
                </c:pt>
                <c:pt idx="102">
                  <c:v>34.501295999999996</c:v>
                </c:pt>
                <c:pt idx="103">
                  <c:v>35.001296999999994</c:v>
                </c:pt>
                <c:pt idx="104">
                  <c:v>35.501296999999994</c:v>
                </c:pt>
                <c:pt idx="105">
                  <c:v>36.001297999999998</c:v>
                </c:pt>
                <c:pt idx="106">
                  <c:v>36.501300000000001</c:v>
                </c:pt>
                <c:pt idx="107">
                  <c:v>37.001301999999995</c:v>
                </c:pt>
                <c:pt idx="108">
                  <c:v>37.501303999999998</c:v>
                </c:pt>
                <c:pt idx="109">
                  <c:v>38.001306999999997</c:v>
                </c:pt>
                <c:pt idx="110">
                  <c:v>38.501307999999995</c:v>
                </c:pt>
                <c:pt idx="111">
                  <c:v>39.001308999999999</c:v>
                </c:pt>
                <c:pt idx="112">
                  <c:v>39.501310999999994</c:v>
                </c:pt>
                <c:pt idx="113">
                  <c:v>40.001311999999999</c:v>
                </c:pt>
                <c:pt idx="114">
                  <c:v>40.501312999999996</c:v>
                </c:pt>
                <c:pt idx="115">
                  <c:v>41.001314999999998</c:v>
                </c:pt>
                <c:pt idx="116">
                  <c:v>41.501315999999996</c:v>
                </c:pt>
                <c:pt idx="117">
                  <c:v>42.001317999999998</c:v>
                </c:pt>
                <c:pt idx="118">
                  <c:v>42.50132</c:v>
                </c:pt>
                <c:pt idx="119">
                  <c:v>43.001320999999997</c:v>
                </c:pt>
                <c:pt idx="120">
                  <c:v>43.501322999999999</c:v>
                </c:pt>
                <c:pt idx="121">
                  <c:v>44.001322999999999</c:v>
                </c:pt>
                <c:pt idx="122">
                  <c:v>44.501322999999999</c:v>
                </c:pt>
                <c:pt idx="123">
                  <c:v>45.001324999999994</c:v>
                </c:pt>
                <c:pt idx="124">
                  <c:v>45.501324999999994</c:v>
                </c:pt>
                <c:pt idx="125">
                  <c:v>46.001326999999996</c:v>
                </c:pt>
                <c:pt idx="126">
                  <c:v>46.501328999999998</c:v>
                </c:pt>
                <c:pt idx="127">
                  <c:v>47.001329999999996</c:v>
                </c:pt>
                <c:pt idx="128">
                  <c:v>47.501329999999996</c:v>
                </c:pt>
                <c:pt idx="129">
                  <c:v>48.001331</c:v>
                </c:pt>
                <c:pt idx="130">
                  <c:v>48.501332999999995</c:v>
                </c:pt>
                <c:pt idx="131">
                  <c:v>49.001334</c:v>
                </c:pt>
                <c:pt idx="132">
                  <c:v>49.501334999999997</c:v>
                </c:pt>
                <c:pt idx="133">
                  <c:v>50.001336999999999</c:v>
                </c:pt>
                <c:pt idx="134">
                  <c:v>50.501337999999997</c:v>
                </c:pt>
                <c:pt idx="135">
                  <c:v>51.001338999999994</c:v>
                </c:pt>
                <c:pt idx="136">
                  <c:v>51.501338999999994</c:v>
                </c:pt>
                <c:pt idx="137">
                  <c:v>52.001339999999999</c:v>
                </c:pt>
                <c:pt idx="138">
                  <c:v>52.501340999999996</c:v>
                </c:pt>
                <c:pt idx="139">
                  <c:v>53.001343999999996</c:v>
                </c:pt>
                <c:pt idx="140">
                  <c:v>53.501344999999993</c:v>
                </c:pt>
                <c:pt idx="141">
                  <c:v>54.001346999999996</c:v>
                </c:pt>
                <c:pt idx="142">
                  <c:v>54.501346999999996</c:v>
                </c:pt>
                <c:pt idx="143">
                  <c:v>55.001348</c:v>
                </c:pt>
                <c:pt idx="144">
                  <c:v>55.501348999999998</c:v>
                </c:pt>
                <c:pt idx="145">
                  <c:v>56.001351999999997</c:v>
                </c:pt>
                <c:pt idx="146">
                  <c:v>56.501352999999995</c:v>
                </c:pt>
                <c:pt idx="147">
                  <c:v>57.001353999999999</c:v>
                </c:pt>
                <c:pt idx="148">
                  <c:v>57.501358999999994</c:v>
                </c:pt>
                <c:pt idx="149">
                  <c:v>58.001359999999998</c:v>
                </c:pt>
                <c:pt idx="150">
                  <c:v>58.501360999999996</c:v>
                </c:pt>
                <c:pt idx="151">
                  <c:v>59.001360999999996</c:v>
                </c:pt>
                <c:pt idx="152">
                  <c:v>59.501362999999998</c:v>
                </c:pt>
                <c:pt idx="153">
                  <c:v>60.001362999999998</c:v>
                </c:pt>
                <c:pt idx="154">
                  <c:v>60.501365</c:v>
                </c:pt>
                <c:pt idx="155">
                  <c:v>61.001365999999997</c:v>
                </c:pt>
                <c:pt idx="156">
                  <c:v>61.501365999999997</c:v>
                </c:pt>
                <c:pt idx="157">
                  <c:v>62.001367999999992</c:v>
                </c:pt>
                <c:pt idx="158">
                  <c:v>62.501367999999992</c:v>
                </c:pt>
                <c:pt idx="159">
                  <c:v>63.001369000000004</c:v>
                </c:pt>
                <c:pt idx="160">
                  <c:v>63.501370999999999</c:v>
                </c:pt>
                <c:pt idx="161">
                  <c:v>64.001371000000006</c:v>
                </c:pt>
                <c:pt idx="162">
                  <c:v>64.501373999999998</c:v>
                </c:pt>
                <c:pt idx="163">
                  <c:v>65.00137500000001</c:v>
                </c:pt>
                <c:pt idx="164">
                  <c:v>65.50137500000001</c:v>
                </c:pt>
              </c:numCache>
            </c:numRef>
          </c:xVal>
          <c:yVal>
            <c:numRef>
              <c:f>'life test'!$HC$76:$HC$240</c:f>
              <c:numCache>
                <c:formatCode>General</c:formatCode>
                <c:ptCount val="165"/>
                <c:pt idx="0">
                  <c:v>0</c:v>
                </c:pt>
                <c:pt idx="1">
                  <c:v>100.00000000000001</c:v>
                </c:pt>
                <c:pt idx="2">
                  <c:v>99.88865480635809</c:v>
                </c:pt>
                <c:pt idx="3">
                  <c:v>99.78070314248653</c:v>
                </c:pt>
                <c:pt idx="4">
                  <c:v>99.676443306408032</c:v>
                </c:pt>
                <c:pt idx="5">
                  <c:v>99.576349248987967</c:v>
                </c:pt>
                <c:pt idx="6">
                  <c:v>99.480269222800104</c:v>
                </c:pt>
                <c:pt idx="7">
                  <c:v>99.386942476968045</c:v>
                </c:pt>
                <c:pt idx="8">
                  <c:v>99.294201933522061</c:v>
                </c:pt>
                <c:pt idx="9">
                  <c:v>99.205766443769434</c:v>
                </c:pt>
                <c:pt idx="10">
                  <c:v>99.119883636747645</c:v>
                </c:pt>
                <c:pt idx="11">
                  <c:v>99.040084238530113</c:v>
                </c:pt>
                <c:pt idx="12">
                  <c:v>98.961810629501855</c:v>
                </c:pt>
                <c:pt idx="13">
                  <c:v>98.891045399971645</c:v>
                </c:pt>
                <c:pt idx="14">
                  <c:v>98.82045790201596</c:v>
                </c:pt>
                <c:pt idx="15">
                  <c:v>98.747598350131312</c:v>
                </c:pt>
                <c:pt idx="16">
                  <c:v>98.679348386158324</c:v>
                </c:pt>
                <c:pt idx="17">
                  <c:v>98.610164032211827</c:v>
                </c:pt>
                <c:pt idx="18">
                  <c:v>98.543044898373665</c:v>
                </c:pt>
                <c:pt idx="19">
                  <c:v>98.477553411586157</c:v>
                </c:pt>
                <c:pt idx="20">
                  <c:v>98.412190806174308</c:v>
                </c:pt>
                <c:pt idx="21">
                  <c:v>98.34970828376207</c:v>
                </c:pt>
                <c:pt idx="22">
                  <c:v>98.281986317682922</c:v>
                </c:pt>
                <c:pt idx="23">
                  <c:v>98.218307485082121</c:v>
                </c:pt>
                <c:pt idx="24">
                  <c:v>98.158565770634496</c:v>
                </c:pt>
                <c:pt idx="25">
                  <c:v>98.102444167730596</c:v>
                </c:pt>
                <c:pt idx="26">
                  <c:v>98.043054798334168</c:v>
                </c:pt>
                <c:pt idx="27">
                  <c:v>97.98663281867573</c:v>
                </c:pt>
                <c:pt idx="28">
                  <c:v>97.929023883122056</c:v>
                </c:pt>
                <c:pt idx="29">
                  <c:v>97.872890847192892</c:v>
                </c:pt>
                <c:pt idx="30">
                  <c:v>97.816690252478097</c:v>
                </c:pt>
                <c:pt idx="31">
                  <c:v>97.760825372959573</c:v>
                </c:pt>
                <c:pt idx="32">
                  <c:v>97.706449904822676</c:v>
                </c:pt>
                <c:pt idx="33">
                  <c:v>97.654871370410746</c:v>
                </c:pt>
                <c:pt idx="34">
                  <c:v>97.60265570468205</c:v>
                </c:pt>
                <c:pt idx="35">
                  <c:v>97.547709624648064</c:v>
                </c:pt>
                <c:pt idx="36">
                  <c:v>97.494426530106452</c:v>
                </c:pt>
                <c:pt idx="37">
                  <c:v>97.443841629526233</c:v>
                </c:pt>
                <c:pt idx="38">
                  <c:v>97.39425971707108</c:v>
                </c:pt>
                <c:pt idx="39">
                  <c:v>97.348228278642168</c:v>
                </c:pt>
                <c:pt idx="40">
                  <c:v>97.300540090916456</c:v>
                </c:pt>
                <c:pt idx="41">
                  <c:v>97.251888410971119</c:v>
                </c:pt>
                <c:pt idx="42">
                  <c:v>97.202437458623507</c:v>
                </c:pt>
                <c:pt idx="43">
                  <c:v>97.151954415904683</c:v>
                </c:pt>
                <c:pt idx="44">
                  <c:v>97.105874127276905</c:v>
                </c:pt>
                <c:pt idx="45">
                  <c:v>97.062410962067787</c:v>
                </c:pt>
                <c:pt idx="46">
                  <c:v>97.016385759834435</c:v>
                </c:pt>
                <c:pt idx="47">
                  <c:v>96.969571678858173</c:v>
                </c:pt>
                <c:pt idx="48">
                  <c:v>96.923064210832067</c:v>
                </c:pt>
                <c:pt idx="49">
                  <c:v>96.879297550770559</c:v>
                </c:pt>
                <c:pt idx="50">
                  <c:v>96.753282746354031</c:v>
                </c:pt>
                <c:pt idx="51">
                  <c:v>96.632725652450276</c:v>
                </c:pt>
                <c:pt idx="52">
                  <c:v>96.502767493684942</c:v>
                </c:pt>
                <c:pt idx="53">
                  <c:v>96.382031628840764</c:v>
                </c:pt>
                <c:pt idx="54">
                  <c:v>96.261467259375493</c:v>
                </c:pt>
                <c:pt idx="55">
                  <c:v>96.146487403066786</c:v>
                </c:pt>
                <c:pt idx="56">
                  <c:v>96.0337401047816</c:v>
                </c:pt>
                <c:pt idx="57">
                  <c:v>95.91890056287383</c:v>
                </c:pt>
                <c:pt idx="58">
                  <c:v>95.820145208775102</c:v>
                </c:pt>
                <c:pt idx="59">
                  <c:v>95.701761429036708</c:v>
                </c:pt>
                <c:pt idx="60">
                  <c:v>95.59492188671318</c:v>
                </c:pt>
                <c:pt idx="61">
                  <c:v>95.484510043678824</c:v>
                </c:pt>
                <c:pt idx="62">
                  <c:v>95.381533824527295</c:v>
                </c:pt>
                <c:pt idx="63">
                  <c:v>95.278789383978719</c:v>
                </c:pt>
                <c:pt idx="64">
                  <c:v>95.171675449048962</c:v>
                </c:pt>
                <c:pt idx="65">
                  <c:v>95.069782249199321</c:v>
                </c:pt>
                <c:pt idx="66">
                  <c:v>94.973080682183678</c:v>
                </c:pt>
                <c:pt idx="67">
                  <c:v>94.877635708580712</c:v>
                </c:pt>
                <c:pt idx="68">
                  <c:v>94.778851252235881</c:v>
                </c:pt>
                <c:pt idx="69">
                  <c:v>94.684652478386269</c:v>
                </c:pt>
                <c:pt idx="70">
                  <c:v>94.583406803512716</c:v>
                </c:pt>
                <c:pt idx="71">
                  <c:v>94.490220372081566</c:v>
                </c:pt>
                <c:pt idx="72">
                  <c:v>94.396235707614096</c:v>
                </c:pt>
                <c:pt idx="73">
                  <c:v>94.30228222412461</c:v>
                </c:pt>
                <c:pt idx="74">
                  <c:v>94.207220776550841</c:v>
                </c:pt>
                <c:pt idx="75">
                  <c:v>94.112263265570306</c:v>
                </c:pt>
                <c:pt idx="76">
                  <c:v>94.020866622275349</c:v>
                </c:pt>
                <c:pt idx="77">
                  <c:v>93.932450880475471</c:v>
                </c:pt>
                <c:pt idx="78">
                  <c:v>93.843605880545354</c:v>
                </c:pt>
                <c:pt idx="79">
                  <c:v>93.74874918806033</c:v>
                </c:pt>
                <c:pt idx="80">
                  <c:v>93.657482465506945</c:v>
                </c:pt>
                <c:pt idx="81">
                  <c:v>93.557493384046097</c:v>
                </c:pt>
                <c:pt idx="82">
                  <c:v>93.461776096568741</c:v>
                </c:pt>
                <c:pt idx="83">
                  <c:v>93.366224068274704</c:v>
                </c:pt>
                <c:pt idx="84">
                  <c:v>93.269269935337405</c:v>
                </c:pt>
                <c:pt idx="85">
                  <c:v>93.181290727229282</c:v>
                </c:pt>
                <c:pt idx="86">
                  <c:v>93.082986457945367</c:v>
                </c:pt>
                <c:pt idx="87">
                  <c:v>92.990851864838149</c:v>
                </c:pt>
                <c:pt idx="88">
                  <c:v>92.890836799228964</c:v>
                </c:pt>
                <c:pt idx="89">
                  <c:v>92.794864867098113</c:v>
                </c:pt>
                <c:pt idx="90">
                  <c:v>92.701092233280917</c:v>
                </c:pt>
                <c:pt idx="91">
                  <c:v>92.610638294886925</c:v>
                </c:pt>
                <c:pt idx="92">
                  <c:v>92.521149927444469</c:v>
                </c:pt>
                <c:pt idx="93">
                  <c:v>92.427336758355906</c:v>
                </c:pt>
                <c:pt idx="94">
                  <c:v>92.341178519361904</c:v>
                </c:pt>
                <c:pt idx="95">
                  <c:v>92.256610510244997</c:v>
                </c:pt>
                <c:pt idx="96">
                  <c:v>92.167066017042174</c:v>
                </c:pt>
                <c:pt idx="97">
                  <c:v>92.075318068061961</c:v>
                </c:pt>
                <c:pt idx="98">
                  <c:v>91.988183864457127</c:v>
                </c:pt>
                <c:pt idx="99">
                  <c:v>91.906264159736835</c:v>
                </c:pt>
                <c:pt idx="100">
                  <c:v>91.821488277433389</c:v>
                </c:pt>
                <c:pt idx="101">
                  <c:v>91.739010433207199</c:v>
                </c:pt>
                <c:pt idx="102">
                  <c:v>91.654647179179065</c:v>
                </c:pt>
                <c:pt idx="103">
                  <c:v>91.569206102678649</c:v>
                </c:pt>
                <c:pt idx="104">
                  <c:v>91.48266641638736</c:v>
                </c:pt>
                <c:pt idx="105">
                  <c:v>91.404283673936149</c:v>
                </c:pt>
                <c:pt idx="106">
                  <c:v>91.31832187510345</c:v>
                </c:pt>
                <c:pt idx="107">
                  <c:v>91.233584449339517</c:v>
                </c:pt>
                <c:pt idx="108">
                  <c:v>91.148200537965423</c:v>
                </c:pt>
                <c:pt idx="109">
                  <c:v>91.06464383190108</c:v>
                </c:pt>
                <c:pt idx="110">
                  <c:v>90.980441679592474</c:v>
                </c:pt>
                <c:pt idx="111">
                  <c:v>90.900538344781694</c:v>
                </c:pt>
                <c:pt idx="112">
                  <c:v>90.809591746935595</c:v>
                </c:pt>
                <c:pt idx="113">
                  <c:v>90.734010095673128</c:v>
                </c:pt>
                <c:pt idx="114">
                  <c:v>90.657672825377531</c:v>
                </c:pt>
                <c:pt idx="115">
                  <c:v>90.578941895338872</c:v>
                </c:pt>
                <c:pt idx="116">
                  <c:v>90.498201870952229</c:v>
                </c:pt>
                <c:pt idx="117">
                  <c:v>90.418960612240582</c:v>
                </c:pt>
                <c:pt idx="118">
                  <c:v>90.337411961158281</c:v>
                </c:pt>
                <c:pt idx="119">
                  <c:v>90.259876301942256</c:v>
                </c:pt>
                <c:pt idx="120">
                  <c:v>90.179487583240871</c:v>
                </c:pt>
                <c:pt idx="121">
                  <c:v>90.099782767323234</c:v>
                </c:pt>
                <c:pt idx="122">
                  <c:v>90.017627126536212</c:v>
                </c:pt>
                <c:pt idx="123">
                  <c:v>89.938869172983289</c:v>
                </c:pt>
                <c:pt idx="124">
                  <c:v>89.857177089402256</c:v>
                </c:pt>
                <c:pt idx="125">
                  <c:v>89.777511769390074</c:v>
                </c:pt>
                <c:pt idx="126">
                  <c:v>89.695965197039612</c:v>
                </c:pt>
                <c:pt idx="127">
                  <c:v>89.613037307364579</c:v>
                </c:pt>
                <c:pt idx="128">
                  <c:v>89.532822162773968</c:v>
                </c:pt>
                <c:pt idx="129">
                  <c:v>89.450358869670836</c:v>
                </c:pt>
                <c:pt idx="130">
                  <c:v>89.365892718415367</c:v>
                </c:pt>
                <c:pt idx="131">
                  <c:v>89.284921954791656</c:v>
                </c:pt>
                <c:pt idx="132">
                  <c:v>89.203784892618685</c:v>
                </c:pt>
                <c:pt idx="133">
                  <c:v>89.116906373033316</c:v>
                </c:pt>
                <c:pt idx="134">
                  <c:v>89.036451134912255</c:v>
                </c:pt>
                <c:pt idx="135">
                  <c:v>88.955662260326775</c:v>
                </c:pt>
                <c:pt idx="136">
                  <c:v>88.873792445171233</c:v>
                </c:pt>
                <c:pt idx="137">
                  <c:v>88.795737102988852</c:v>
                </c:pt>
                <c:pt idx="138">
                  <c:v>88.720636678153227</c:v>
                </c:pt>
                <c:pt idx="139">
                  <c:v>88.636259912367947</c:v>
                </c:pt>
                <c:pt idx="140">
                  <c:v>88.55664967875019</c:v>
                </c:pt>
                <c:pt idx="141">
                  <c:v>88.481447396053142</c:v>
                </c:pt>
                <c:pt idx="142">
                  <c:v>88.401403746841439</c:v>
                </c:pt>
                <c:pt idx="143">
                  <c:v>88.325406349205849</c:v>
                </c:pt>
                <c:pt idx="144">
                  <c:v>88.251583305101562</c:v>
                </c:pt>
                <c:pt idx="145">
                  <c:v>88.171946047969556</c:v>
                </c:pt>
                <c:pt idx="146">
                  <c:v>88.095541218888343</c:v>
                </c:pt>
                <c:pt idx="147">
                  <c:v>88.021947874655169</c:v>
                </c:pt>
                <c:pt idx="148">
                  <c:v>87.939695572836413</c:v>
                </c:pt>
                <c:pt idx="149">
                  <c:v>87.864286456318752</c:v>
                </c:pt>
                <c:pt idx="150">
                  <c:v>87.784819655199712</c:v>
                </c:pt>
                <c:pt idx="151">
                  <c:v>87.707040784355428</c:v>
                </c:pt>
                <c:pt idx="152">
                  <c:v>87.634343373556277</c:v>
                </c:pt>
                <c:pt idx="153">
                  <c:v>87.559005973287995</c:v>
                </c:pt>
                <c:pt idx="154">
                  <c:v>87.482943095598657</c:v>
                </c:pt>
                <c:pt idx="155">
                  <c:v>87.408631549505969</c:v>
                </c:pt>
                <c:pt idx="156">
                  <c:v>87.331264267571029</c:v>
                </c:pt>
                <c:pt idx="157">
                  <c:v>87.254379251428915</c:v>
                </c:pt>
                <c:pt idx="158">
                  <c:v>87.179718478382824</c:v>
                </c:pt>
                <c:pt idx="159">
                  <c:v>87.105249988034316</c:v>
                </c:pt>
                <c:pt idx="160">
                  <c:v>87.031769934687802</c:v>
                </c:pt>
                <c:pt idx="161">
                  <c:v>86.962194779150593</c:v>
                </c:pt>
                <c:pt idx="162">
                  <c:v>86.891913894145063</c:v>
                </c:pt>
                <c:pt idx="163">
                  <c:v>86.823455017619594</c:v>
                </c:pt>
                <c:pt idx="164">
                  <c:v>86.75642111178793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5253-40F4-8B0F-C25A45BF8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1140672"/>
        <c:axId val="1291132512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1-2-5-P3-CC2.04</c:v>
                </c:tx>
                <c:spPr>
                  <a:ln w="38100"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'life test'!$AB$75:$AB$144</c15:sqref>
                        </c15:formulaRef>
                      </c:ext>
                    </c:extLst>
                    <c:numCache>
                      <c:formatCode>General</c:formatCode>
                      <c:ptCount val="7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0.16666799999999959</c:v>
                      </c:pt>
                      <c:pt idx="3">
                        <c:v>0.33333599999999963</c:v>
                      </c:pt>
                      <c:pt idx="4">
                        <c:v>0.50000299999999998</c:v>
                      </c:pt>
                      <c:pt idx="5">
                        <c:v>0.66667100000000001</c:v>
                      </c:pt>
                      <c:pt idx="6">
                        <c:v>0.83333799999999991</c:v>
                      </c:pt>
                      <c:pt idx="7">
                        <c:v>1.000006</c:v>
                      </c:pt>
                      <c:pt idx="8">
                        <c:v>1.166674</c:v>
                      </c:pt>
                      <c:pt idx="9">
                        <c:v>1.333342</c:v>
                      </c:pt>
                      <c:pt idx="10">
                        <c:v>1.5000089999999999</c:v>
                      </c:pt>
                      <c:pt idx="11">
                        <c:v>1.666677</c:v>
                      </c:pt>
                      <c:pt idx="12">
                        <c:v>1.833345</c:v>
                      </c:pt>
                      <c:pt idx="13">
                        <c:v>2.0000129999999996</c:v>
                      </c:pt>
                      <c:pt idx="14">
                        <c:v>2.1666799999999999</c:v>
                      </c:pt>
                      <c:pt idx="15">
                        <c:v>2.3333469999999994</c:v>
                      </c:pt>
                      <c:pt idx="16">
                        <c:v>2.5000149999999999</c:v>
                      </c:pt>
                      <c:pt idx="17">
                        <c:v>2.6666820000000002</c:v>
                      </c:pt>
                      <c:pt idx="18">
                        <c:v>2.8333499999999998</c:v>
                      </c:pt>
                      <c:pt idx="19">
                        <c:v>3.0000179999999994</c:v>
                      </c:pt>
                      <c:pt idx="20">
                        <c:v>3.1666849999999998</c:v>
                      </c:pt>
                      <c:pt idx="21">
                        <c:v>3.3333520000000001</c:v>
                      </c:pt>
                      <c:pt idx="22">
                        <c:v>3.5000189999999995</c:v>
                      </c:pt>
                      <c:pt idx="23">
                        <c:v>3.6666889999999994</c:v>
                      </c:pt>
                      <c:pt idx="24">
                        <c:v>3.8333569999999999</c:v>
                      </c:pt>
                      <c:pt idx="25">
                        <c:v>4.0000239999999998</c:v>
                      </c:pt>
                      <c:pt idx="26">
                        <c:v>4.1666910000000001</c:v>
                      </c:pt>
                      <c:pt idx="27">
                        <c:v>4.3333589999999997</c:v>
                      </c:pt>
                      <c:pt idx="28">
                        <c:v>4.5000260000000001</c:v>
                      </c:pt>
                      <c:pt idx="29">
                        <c:v>4.6666930000000004</c:v>
                      </c:pt>
                      <c:pt idx="30">
                        <c:v>4.833359999999999</c:v>
                      </c:pt>
                      <c:pt idx="31">
                        <c:v>5.0000280000000004</c:v>
                      </c:pt>
                      <c:pt idx="32">
                        <c:v>5.1666949999999989</c:v>
                      </c:pt>
                      <c:pt idx="33">
                        <c:v>5.3333619999999993</c:v>
                      </c:pt>
                      <c:pt idx="34">
                        <c:v>5.5000309999999999</c:v>
                      </c:pt>
                      <c:pt idx="35">
                        <c:v>5.6666980000000002</c:v>
                      </c:pt>
                      <c:pt idx="36">
                        <c:v>5.8333650000000006</c:v>
                      </c:pt>
                      <c:pt idx="37">
                        <c:v>6.0000309999999999</c:v>
                      </c:pt>
                      <c:pt idx="38">
                        <c:v>6.1666989999999995</c:v>
                      </c:pt>
                      <c:pt idx="39">
                        <c:v>6.3333669999999991</c:v>
                      </c:pt>
                      <c:pt idx="40">
                        <c:v>6.5000339999999994</c:v>
                      </c:pt>
                      <c:pt idx="41">
                        <c:v>6.666701999999999</c:v>
                      </c:pt>
                      <c:pt idx="42">
                        <c:v>6.8333709999999996</c:v>
                      </c:pt>
                      <c:pt idx="43">
                        <c:v>7.0000389999999992</c:v>
                      </c:pt>
                      <c:pt idx="44">
                        <c:v>7.1667059999999996</c:v>
                      </c:pt>
                      <c:pt idx="45">
                        <c:v>7.3333750000000002</c:v>
                      </c:pt>
                      <c:pt idx="46">
                        <c:v>7.5000419999999988</c:v>
                      </c:pt>
                      <c:pt idx="47">
                        <c:v>7.6667089999999991</c:v>
                      </c:pt>
                      <c:pt idx="48">
                        <c:v>7.8333769999999987</c:v>
                      </c:pt>
                      <c:pt idx="49">
                        <c:v>8.000043999999999</c:v>
                      </c:pt>
                      <c:pt idx="50">
                        <c:v>8.500043999999999</c:v>
                      </c:pt>
                      <c:pt idx="51">
                        <c:v>9.0000459999999993</c:v>
                      </c:pt>
                      <c:pt idx="52">
                        <c:v>9.5000459999999993</c:v>
                      </c:pt>
                      <c:pt idx="53">
                        <c:v>10.000046999999999</c:v>
                      </c:pt>
                      <c:pt idx="54">
                        <c:v>10.50005</c:v>
                      </c:pt>
                      <c:pt idx="55">
                        <c:v>11.000050999999999</c:v>
                      </c:pt>
                      <c:pt idx="56">
                        <c:v>11.500052</c:v>
                      </c:pt>
                      <c:pt idx="57">
                        <c:v>12.000053999999999</c:v>
                      </c:pt>
                      <c:pt idx="58">
                        <c:v>12.500053999999999</c:v>
                      </c:pt>
                      <c:pt idx="59">
                        <c:v>13.000055999999999</c:v>
                      </c:pt>
                      <c:pt idx="60">
                        <c:v>13.500057</c:v>
                      </c:pt>
                      <c:pt idx="61">
                        <c:v>14.000058999999998</c:v>
                      </c:pt>
                      <c:pt idx="62">
                        <c:v>14.500058999999998</c:v>
                      </c:pt>
                      <c:pt idx="63">
                        <c:v>15.000061000000001</c:v>
                      </c:pt>
                      <c:pt idx="64">
                        <c:v>15.500061999999998</c:v>
                      </c:pt>
                      <c:pt idx="65">
                        <c:v>16.000063000000001</c:v>
                      </c:pt>
                      <c:pt idx="66">
                        <c:v>16.500064000000002</c:v>
                      </c:pt>
                      <c:pt idx="67">
                        <c:v>17.000065000000003</c:v>
                      </c:pt>
                      <c:pt idx="68">
                        <c:v>17.500065000000003</c:v>
                      </c:pt>
                      <c:pt idx="69">
                        <c:v>18.000067000000001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'life test'!$AC$75:$AC$144</c15:sqref>
                        </c15:formulaRef>
                      </c:ext>
                    </c:extLst>
                    <c:numCache>
                      <c:formatCode>General</c:formatCode>
                      <c:ptCount val="70"/>
                      <c:pt idx="0">
                        <c:v>0</c:v>
                      </c:pt>
                      <c:pt idx="1">
                        <c:v>100.00000000000001</c:v>
                      </c:pt>
                      <c:pt idx="2">
                        <c:v>99.724673984730018</c:v>
                      </c:pt>
                      <c:pt idx="3">
                        <c:v>99.46445539021191</c:v>
                      </c:pt>
                      <c:pt idx="4">
                        <c:v>99.215975224767959</c:v>
                      </c:pt>
                      <c:pt idx="5">
                        <c:v>98.978142502362601</c:v>
                      </c:pt>
                      <c:pt idx="6">
                        <c:v>98.749534586138893</c:v>
                      </c:pt>
                      <c:pt idx="7">
                        <c:v>98.530731027532283</c:v>
                      </c:pt>
                      <c:pt idx="8">
                        <c:v>98.320392939893225</c:v>
                      </c:pt>
                      <c:pt idx="9">
                        <c:v>98.116709085402277</c:v>
                      </c:pt>
                      <c:pt idx="10">
                        <c:v>97.920264598842039</c:v>
                      </c:pt>
                      <c:pt idx="11">
                        <c:v>97.730629562480985</c:v>
                      </c:pt>
                      <c:pt idx="12">
                        <c:v>97.548117760429662</c:v>
                      </c:pt>
                      <c:pt idx="13">
                        <c:v>97.374933498147769</c:v>
                      </c:pt>
                      <c:pt idx="14">
                        <c:v>97.206145563421529</c:v>
                      </c:pt>
                      <c:pt idx="15">
                        <c:v>97.040228585806162</c:v>
                      </c:pt>
                      <c:pt idx="16">
                        <c:v>96.877243982120476</c:v>
                      </c:pt>
                      <c:pt idx="17">
                        <c:v>96.719055473647231</c:v>
                      </c:pt>
                      <c:pt idx="18">
                        <c:v>96.564249356884943</c:v>
                      </c:pt>
                      <c:pt idx="19">
                        <c:v>96.411969146378908</c:v>
                      </c:pt>
                      <c:pt idx="20">
                        <c:v>96.264809981890181</c:v>
                      </c:pt>
                      <c:pt idx="21">
                        <c:v>96.118354319143918</c:v>
                      </c:pt>
                      <c:pt idx="22">
                        <c:v>95.974319595727252</c:v>
                      </c:pt>
                      <c:pt idx="23">
                        <c:v>95.830631039834643</c:v>
                      </c:pt>
                      <c:pt idx="24">
                        <c:v>95.694372802345711</c:v>
                      </c:pt>
                      <c:pt idx="25">
                        <c:v>95.561346206194315</c:v>
                      </c:pt>
                      <c:pt idx="26">
                        <c:v>95.429423996111666</c:v>
                      </c:pt>
                      <c:pt idx="27">
                        <c:v>95.301455912489374</c:v>
                      </c:pt>
                      <c:pt idx="28">
                        <c:v>95.173909929912554</c:v>
                      </c:pt>
                      <c:pt idx="29">
                        <c:v>95.047703950654736</c:v>
                      </c:pt>
                      <c:pt idx="30">
                        <c:v>94.924966346654145</c:v>
                      </c:pt>
                      <c:pt idx="31">
                        <c:v>94.804053380506218</c:v>
                      </c:pt>
                      <c:pt idx="32">
                        <c:v>94.68242686259093</c:v>
                      </c:pt>
                      <c:pt idx="33">
                        <c:v>94.565856623865884</c:v>
                      </c:pt>
                      <c:pt idx="34">
                        <c:v>94.450930122545415</c:v>
                      </c:pt>
                      <c:pt idx="35">
                        <c:v>94.336676972892732</c:v>
                      </c:pt>
                      <c:pt idx="36">
                        <c:v>94.223483542531483</c:v>
                      </c:pt>
                      <c:pt idx="37">
                        <c:v>94.112000849740767</c:v>
                      </c:pt>
                      <c:pt idx="38">
                        <c:v>94.00377883169287</c:v>
                      </c:pt>
                      <c:pt idx="39">
                        <c:v>93.895906331177329</c:v>
                      </c:pt>
                      <c:pt idx="40">
                        <c:v>93.79108122154301</c:v>
                      </c:pt>
                      <c:pt idx="41">
                        <c:v>93.685984761236568</c:v>
                      </c:pt>
                      <c:pt idx="42">
                        <c:v>93.581563885936802</c:v>
                      </c:pt>
                      <c:pt idx="43">
                        <c:v>93.479241232500655</c:v>
                      </c:pt>
                      <c:pt idx="44">
                        <c:v>93.376866095601173</c:v>
                      </c:pt>
                      <c:pt idx="45">
                        <c:v>93.277482516111277</c:v>
                      </c:pt>
                      <c:pt idx="46">
                        <c:v>93.179835357588857</c:v>
                      </c:pt>
                      <c:pt idx="47">
                        <c:v>93.081556164167679</c:v>
                      </c:pt>
                      <c:pt idx="48">
                        <c:v>92.984424906923095</c:v>
                      </c:pt>
                      <c:pt idx="49">
                        <c:v>92.888306468853727</c:v>
                      </c:pt>
                      <c:pt idx="50">
                        <c:v>92.610684581230586</c:v>
                      </c:pt>
                      <c:pt idx="51">
                        <c:v>92.340948613139545</c:v>
                      </c:pt>
                      <c:pt idx="52">
                        <c:v>92.073126616455781</c:v>
                      </c:pt>
                      <c:pt idx="53">
                        <c:v>91.814425575696404</c:v>
                      </c:pt>
                      <c:pt idx="54">
                        <c:v>91.562986236256393</c:v>
                      </c:pt>
                      <c:pt idx="55">
                        <c:v>91.316718192958177</c:v>
                      </c:pt>
                      <c:pt idx="56">
                        <c:v>91.077112199494067</c:v>
                      </c:pt>
                      <c:pt idx="57">
                        <c:v>90.840317979660909</c:v>
                      </c:pt>
                      <c:pt idx="58">
                        <c:v>90.611137212018349</c:v>
                      </c:pt>
                      <c:pt idx="59">
                        <c:v>90.380758258074735</c:v>
                      </c:pt>
                      <c:pt idx="60">
                        <c:v>90.155354066452801</c:v>
                      </c:pt>
                      <c:pt idx="61">
                        <c:v>89.933268616384154</c:v>
                      </c:pt>
                      <c:pt idx="62">
                        <c:v>89.717454381848256</c:v>
                      </c:pt>
                      <c:pt idx="63">
                        <c:v>89.502696516595478</c:v>
                      </c:pt>
                      <c:pt idx="64">
                        <c:v>89.291256276226576</c:v>
                      </c:pt>
                      <c:pt idx="65">
                        <c:v>89.085312282804296</c:v>
                      </c:pt>
                      <c:pt idx="66">
                        <c:v>88.880335325110536</c:v>
                      </c:pt>
                      <c:pt idx="67">
                        <c:v>88.680492813467282</c:v>
                      </c:pt>
                      <c:pt idx="68">
                        <c:v>88.481349336888755</c:v>
                      </c:pt>
                      <c:pt idx="69">
                        <c:v>88.28757257360266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8-5253-40F4-8B0F-C25A45BF8E8D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v>2-2-2-P3-CC2.04</c:v>
                </c:tx>
                <c:spPr>
                  <a:ln w="38100"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test'!$AP$76:$AP$190</c15:sqref>
                        </c15:formulaRef>
                      </c:ext>
                    </c:extLst>
                    <c:numCache>
                      <c:formatCode>General</c:formatCode>
                      <c:ptCount val="11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0.16666800000000004</c:v>
                      </c:pt>
                      <c:pt idx="3">
                        <c:v>0.33333499999999994</c:v>
                      </c:pt>
                      <c:pt idx="4">
                        <c:v>0.50000199999999984</c:v>
                      </c:pt>
                      <c:pt idx="5">
                        <c:v>0.66667199999999971</c:v>
                      </c:pt>
                      <c:pt idx="6">
                        <c:v>0.83334099999999989</c:v>
                      </c:pt>
                      <c:pt idx="7">
                        <c:v>1.0000079999999998</c:v>
                      </c:pt>
                      <c:pt idx="8">
                        <c:v>1.1666749999999997</c:v>
                      </c:pt>
                      <c:pt idx="9">
                        <c:v>1.333342</c:v>
                      </c:pt>
                      <c:pt idx="10">
                        <c:v>1.5000089999999999</c:v>
                      </c:pt>
                      <c:pt idx="11">
                        <c:v>1.666677</c:v>
                      </c:pt>
                      <c:pt idx="12">
                        <c:v>1.8333439999999999</c:v>
                      </c:pt>
                      <c:pt idx="13">
                        <c:v>2.0000110000000002</c:v>
                      </c:pt>
                      <c:pt idx="14">
                        <c:v>2.1666789999999998</c:v>
                      </c:pt>
                      <c:pt idx="15">
                        <c:v>2.3333460000000001</c:v>
                      </c:pt>
                      <c:pt idx="16">
                        <c:v>2.5000139999999997</c:v>
                      </c:pt>
                      <c:pt idx="17">
                        <c:v>2.6666820000000002</c:v>
                      </c:pt>
                      <c:pt idx="18">
                        <c:v>2.8333499999999998</c:v>
                      </c:pt>
                      <c:pt idx="19">
                        <c:v>3.0000170000000002</c:v>
                      </c:pt>
                      <c:pt idx="20">
                        <c:v>3.1666849999999998</c:v>
                      </c:pt>
                      <c:pt idx="21">
                        <c:v>3.3333520000000001</c:v>
                      </c:pt>
                      <c:pt idx="22">
                        <c:v>3.5000189999999995</c:v>
                      </c:pt>
                      <c:pt idx="23">
                        <c:v>3.666687</c:v>
                      </c:pt>
                      <c:pt idx="24">
                        <c:v>3.8333559999999998</c:v>
                      </c:pt>
                      <c:pt idx="25">
                        <c:v>4.0000230000000006</c:v>
                      </c:pt>
                      <c:pt idx="26">
                        <c:v>4.1666899999999991</c:v>
                      </c:pt>
                      <c:pt idx="27">
                        <c:v>4.3333580000000005</c:v>
                      </c:pt>
                      <c:pt idx="28">
                        <c:v>4.5000249999999991</c:v>
                      </c:pt>
                      <c:pt idx="29">
                        <c:v>4.6666919999999994</c:v>
                      </c:pt>
                      <c:pt idx="30">
                        <c:v>4.833361</c:v>
                      </c:pt>
                      <c:pt idx="31">
                        <c:v>5.0000280000000004</c:v>
                      </c:pt>
                      <c:pt idx="32">
                        <c:v>5.1666950000000007</c:v>
                      </c:pt>
                      <c:pt idx="33">
                        <c:v>5.333361</c:v>
                      </c:pt>
                      <c:pt idx="34">
                        <c:v>5.5000289999999996</c:v>
                      </c:pt>
                      <c:pt idx="35">
                        <c:v>5.666696</c:v>
                      </c:pt>
                      <c:pt idx="36">
                        <c:v>5.8333639999999995</c:v>
                      </c:pt>
                      <c:pt idx="37">
                        <c:v>6.0000319999999991</c:v>
                      </c:pt>
                      <c:pt idx="38">
                        <c:v>6.1666989999999995</c:v>
                      </c:pt>
                      <c:pt idx="39">
                        <c:v>6.3333659999999998</c:v>
                      </c:pt>
                      <c:pt idx="40">
                        <c:v>6.5000330000000002</c:v>
                      </c:pt>
                      <c:pt idx="41">
                        <c:v>6.6667009999999998</c:v>
                      </c:pt>
                      <c:pt idx="42">
                        <c:v>6.8333689999999994</c:v>
                      </c:pt>
                      <c:pt idx="43">
                        <c:v>7.0000359999999997</c:v>
                      </c:pt>
                      <c:pt idx="44">
                        <c:v>7.166703</c:v>
                      </c:pt>
                      <c:pt idx="45">
                        <c:v>7.3333699999999986</c:v>
                      </c:pt>
                      <c:pt idx="46">
                        <c:v>7.500038</c:v>
                      </c:pt>
                      <c:pt idx="47">
                        <c:v>7.6667049999999985</c:v>
                      </c:pt>
                      <c:pt idx="48">
                        <c:v>7.8333739999999992</c:v>
                      </c:pt>
                      <c:pt idx="49">
                        <c:v>8.0000409999999995</c:v>
                      </c:pt>
                      <c:pt idx="50">
                        <c:v>8.5000429999999998</c:v>
                      </c:pt>
                      <c:pt idx="51">
                        <c:v>9.0000429999999998</c:v>
                      </c:pt>
                      <c:pt idx="52">
                        <c:v>9.500043999999999</c:v>
                      </c:pt>
                      <c:pt idx="53">
                        <c:v>10.000045</c:v>
                      </c:pt>
                      <c:pt idx="54">
                        <c:v>10.500045999999999</c:v>
                      </c:pt>
                      <c:pt idx="55">
                        <c:v>11.000045999999999</c:v>
                      </c:pt>
                      <c:pt idx="56">
                        <c:v>11.500048</c:v>
                      </c:pt>
                      <c:pt idx="57">
                        <c:v>12.000048</c:v>
                      </c:pt>
                      <c:pt idx="58">
                        <c:v>12.50005</c:v>
                      </c:pt>
                      <c:pt idx="59">
                        <c:v>13.000050999999999</c:v>
                      </c:pt>
                      <c:pt idx="60">
                        <c:v>13.500050999999999</c:v>
                      </c:pt>
                      <c:pt idx="61">
                        <c:v>14.000052999999999</c:v>
                      </c:pt>
                      <c:pt idx="62">
                        <c:v>14.500054</c:v>
                      </c:pt>
                      <c:pt idx="63">
                        <c:v>15.000054999999998</c:v>
                      </c:pt>
                      <c:pt idx="64">
                        <c:v>15.500054999999998</c:v>
                      </c:pt>
                      <c:pt idx="65">
                        <c:v>16.000056000000001</c:v>
                      </c:pt>
                      <c:pt idx="66">
                        <c:v>16.500058000000003</c:v>
                      </c:pt>
                      <c:pt idx="67">
                        <c:v>17.000059</c:v>
                      </c:pt>
                      <c:pt idx="68">
                        <c:v>17.500059</c:v>
                      </c:pt>
                      <c:pt idx="69">
                        <c:v>18.000060000000001</c:v>
                      </c:pt>
                      <c:pt idx="70">
                        <c:v>18.501799000000002</c:v>
                      </c:pt>
                      <c:pt idx="71">
                        <c:v>19.002520000000001</c:v>
                      </c:pt>
                      <c:pt idx="72">
                        <c:v>19.502522000000003</c:v>
                      </c:pt>
                      <c:pt idx="73">
                        <c:v>20.002523</c:v>
                      </c:pt>
                      <c:pt idx="74">
                        <c:v>20.502524000000001</c:v>
                      </c:pt>
                      <c:pt idx="75">
                        <c:v>21.002529000000003</c:v>
                      </c:pt>
                      <c:pt idx="76">
                        <c:v>21.502531000000001</c:v>
                      </c:pt>
                      <c:pt idx="77">
                        <c:v>22.002531000000001</c:v>
                      </c:pt>
                      <c:pt idx="78">
                        <c:v>22.502533</c:v>
                      </c:pt>
                      <c:pt idx="79">
                        <c:v>23.002533</c:v>
                      </c:pt>
                      <c:pt idx="80">
                        <c:v>23.502535000000002</c:v>
                      </c:pt>
                      <c:pt idx="81">
                        <c:v>24.002536000000003</c:v>
                      </c:pt>
                      <c:pt idx="82">
                        <c:v>24.502537</c:v>
                      </c:pt>
                      <c:pt idx="83">
                        <c:v>25.002539000000002</c:v>
                      </c:pt>
                      <c:pt idx="84">
                        <c:v>25.502539000000002</c:v>
                      </c:pt>
                      <c:pt idx="85">
                        <c:v>26.002539000000002</c:v>
                      </c:pt>
                      <c:pt idx="86">
                        <c:v>26.50254</c:v>
                      </c:pt>
                      <c:pt idx="87">
                        <c:v>27.002542000000002</c:v>
                      </c:pt>
                      <c:pt idx="88">
                        <c:v>27.502543000000003</c:v>
                      </c:pt>
                      <c:pt idx="89">
                        <c:v>28.002545000000001</c:v>
                      </c:pt>
                      <c:pt idx="90">
                        <c:v>28.502547</c:v>
                      </c:pt>
                      <c:pt idx="91">
                        <c:v>29.002548000000001</c:v>
                      </c:pt>
                      <c:pt idx="92">
                        <c:v>29.502548000000001</c:v>
                      </c:pt>
                      <c:pt idx="93">
                        <c:v>30.002550000000003</c:v>
                      </c:pt>
                      <c:pt idx="94">
                        <c:v>30.502550000000003</c:v>
                      </c:pt>
                      <c:pt idx="95">
                        <c:v>31.002551</c:v>
                      </c:pt>
                      <c:pt idx="96">
                        <c:v>31.502551</c:v>
                      </c:pt>
                      <c:pt idx="97">
                        <c:v>32.002552999999999</c:v>
                      </c:pt>
                      <c:pt idx="98">
                        <c:v>32.502555000000001</c:v>
                      </c:pt>
                      <c:pt idx="99">
                        <c:v>33.002555999999998</c:v>
                      </c:pt>
                      <c:pt idx="100">
                        <c:v>33.502558000000001</c:v>
                      </c:pt>
                      <c:pt idx="101">
                        <c:v>34.002558000000001</c:v>
                      </c:pt>
                      <c:pt idx="102">
                        <c:v>34.502559999999995</c:v>
                      </c:pt>
                      <c:pt idx="103">
                        <c:v>35.002561</c:v>
                      </c:pt>
                      <c:pt idx="104">
                        <c:v>35.502561</c:v>
                      </c:pt>
                      <c:pt idx="105">
                        <c:v>36.002562999999995</c:v>
                      </c:pt>
                      <c:pt idx="106">
                        <c:v>36.502564</c:v>
                      </c:pt>
                      <c:pt idx="107">
                        <c:v>37.002564999999997</c:v>
                      </c:pt>
                      <c:pt idx="108">
                        <c:v>37.502566999999999</c:v>
                      </c:pt>
                      <c:pt idx="109">
                        <c:v>38.002569000000001</c:v>
                      </c:pt>
                      <c:pt idx="110">
                        <c:v>38.502570999999996</c:v>
                      </c:pt>
                      <c:pt idx="111">
                        <c:v>39.002570999999996</c:v>
                      </c:pt>
                      <c:pt idx="112">
                        <c:v>39.502572000000001</c:v>
                      </c:pt>
                      <c:pt idx="113">
                        <c:v>40.002572000000001</c:v>
                      </c:pt>
                      <c:pt idx="114">
                        <c:v>40.502573999999996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test'!$AQ$76:$AQ$190</c15:sqref>
                        </c15:formulaRef>
                      </c:ext>
                    </c:extLst>
                    <c:numCache>
                      <c:formatCode>General</c:formatCode>
                      <c:ptCount val="115"/>
                      <c:pt idx="0">
                        <c:v>0</c:v>
                      </c:pt>
                      <c:pt idx="1">
                        <c:v>100</c:v>
                      </c:pt>
                      <c:pt idx="2">
                        <c:v>99.891168993122136</c:v>
                      </c:pt>
                      <c:pt idx="3">
                        <c:v>99.790053128676291</c:v>
                      </c:pt>
                      <c:pt idx="4">
                        <c:v>99.691276855448876</c:v>
                      </c:pt>
                      <c:pt idx="5">
                        <c:v>99.595571880333608</c:v>
                      </c:pt>
                      <c:pt idx="6">
                        <c:v>99.505869188330962</c:v>
                      </c:pt>
                      <c:pt idx="7">
                        <c:v>99.417181947514607</c:v>
                      </c:pt>
                      <c:pt idx="8">
                        <c:v>99.330478838033656</c:v>
                      </c:pt>
                      <c:pt idx="9">
                        <c:v>99.247045543734032</c:v>
                      </c:pt>
                      <c:pt idx="10">
                        <c:v>99.166289631477369</c:v>
                      </c:pt>
                      <c:pt idx="11">
                        <c:v>99.086886961231542</c:v>
                      </c:pt>
                      <c:pt idx="12">
                        <c:v>99.012564664986485</c:v>
                      </c:pt>
                      <c:pt idx="13">
                        <c:v>98.940196358741687</c:v>
                      </c:pt>
                      <c:pt idx="14">
                        <c:v>98.871751622843249</c:v>
                      </c:pt>
                      <c:pt idx="15">
                        <c:v>98.804092640370442</c:v>
                      </c:pt>
                      <c:pt idx="16">
                        <c:v>98.737402338046721</c:v>
                      </c:pt>
                      <c:pt idx="17">
                        <c:v>98.670812853292176</c:v>
                      </c:pt>
                      <c:pt idx="18">
                        <c:v>98.606313514224098</c:v>
                      </c:pt>
                      <c:pt idx="19">
                        <c:v>98.545366695273557</c:v>
                      </c:pt>
                      <c:pt idx="20">
                        <c:v>98.481436923503438</c:v>
                      </c:pt>
                      <c:pt idx="21">
                        <c:v>98.420085794919871</c:v>
                      </c:pt>
                      <c:pt idx="22">
                        <c:v>98.359093244288474</c:v>
                      </c:pt>
                      <c:pt idx="23">
                        <c:v>98.296503202896218</c:v>
                      </c:pt>
                      <c:pt idx="24">
                        <c:v>98.236746447004379</c:v>
                      </c:pt>
                      <c:pt idx="25">
                        <c:v>98.178143376697804</c:v>
                      </c:pt>
                      <c:pt idx="26">
                        <c:v>98.121836244641585</c:v>
                      </c:pt>
                      <c:pt idx="27">
                        <c:v>98.065903280883276</c:v>
                      </c:pt>
                      <c:pt idx="28">
                        <c:v>98.013835683513861</c:v>
                      </c:pt>
                      <c:pt idx="29">
                        <c:v>97.958365233346058</c:v>
                      </c:pt>
                      <c:pt idx="30">
                        <c:v>97.904839418971093</c:v>
                      </c:pt>
                      <c:pt idx="31">
                        <c:v>97.849787829425708</c:v>
                      </c:pt>
                      <c:pt idx="32">
                        <c:v>97.796117544513464</c:v>
                      </c:pt>
                      <c:pt idx="33">
                        <c:v>97.744302510745129</c:v>
                      </c:pt>
                      <c:pt idx="34">
                        <c:v>97.693817853147237</c:v>
                      </c:pt>
                      <c:pt idx="35">
                        <c:v>97.644051390810063</c:v>
                      </c:pt>
                      <c:pt idx="36">
                        <c:v>97.593620779744072</c:v>
                      </c:pt>
                      <c:pt idx="37">
                        <c:v>97.54222876402369</c:v>
                      </c:pt>
                      <c:pt idx="38">
                        <c:v>97.492217013580088</c:v>
                      </c:pt>
                      <c:pt idx="39">
                        <c:v>97.445787924589155</c:v>
                      </c:pt>
                      <c:pt idx="40">
                        <c:v>97.39900545442795</c:v>
                      </c:pt>
                      <c:pt idx="41">
                        <c:v>97.35143515212836</c:v>
                      </c:pt>
                      <c:pt idx="42">
                        <c:v>97.30564007053114</c:v>
                      </c:pt>
                      <c:pt idx="43">
                        <c:v>97.257163449465438</c:v>
                      </c:pt>
                      <c:pt idx="44">
                        <c:v>97.210682392655343</c:v>
                      </c:pt>
                      <c:pt idx="45">
                        <c:v>97.166162601340218</c:v>
                      </c:pt>
                      <c:pt idx="46">
                        <c:v>97.122091811982642</c:v>
                      </c:pt>
                      <c:pt idx="47">
                        <c:v>97.076401705380107</c:v>
                      </c:pt>
                      <c:pt idx="48">
                        <c:v>97.032860987777894</c:v>
                      </c:pt>
                      <c:pt idx="49">
                        <c:v>96.9897391307981</c:v>
                      </c:pt>
                      <c:pt idx="50">
                        <c:v>96.86410277056136</c:v>
                      </c:pt>
                      <c:pt idx="51">
                        <c:v>96.743819095697788</c:v>
                      </c:pt>
                      <c:pt idx="52">
                        <c:v>96.622780848100035</c:v>
                      </c:pt>
                      <c:pt idx="53">
                        <c:v>96.503216407853586</c:v>
                      </c:pt>
                      <c:pt idx="54">
                        <c:v>96.386882287245896</c:v>
                      </c:pt>
                      <c:pt idx="55">
                        <c:v>96.274148497149383</c:v>
                      </c:pt>
                      <c:pt idx="56">
                        <c:v>96.164376872744796</c:v>
                      </c:pt>
                      <c:pt idx="57">
                        <c:v>96.05571839902656</c:v>
                      </c:pt>
                      <c:pt idx="58">
                        <c:v>95.952861612638969</c:v>
                      </c:pt>
                      <c:pt idx="59">
                        <c:v>95.847742147405285</c:v>
                      </c:pt>
                      <c:pt idx="60">
                        <c:v>95.740515906782989</c:v>
                      </c:pt>
                      <c:pt idx="61">
                        <c:v>95.636146856857934</c:v>
                      </c:pt>
                      <c:pt idx="62">
                        <c:v>95.534416732789651</c:v>
                      </c:pt>
                      <c:pt idx="63">
                        <c:v>95.432820685694793</c:v>
                      </c:pt>
                      <c:pt idx="64">
                        <c:v>95.330876454211577</c:v>
                      </c:pt>
                      <c:pt idx="65">
                        <c:v>95.233024168808754</c:v>
                      </c:pt>
                      <c:pt idx="66">
                        <c:v>95.136074044746522</c:v>
                      </c:pt>
                      <c:pt idx="67">
                        <c:v>95.042873918514587</c:v>
                      </c:pt>
                      <c:pt idx="68">
                        <c:v>94.949352631160295</c:v>
                      </c:pt>
                      <c:pt idx="69">
                        <c:v>94.858842359247944</c:v>
                      </c:pt>
                      <c:pt idx="70">
                        <c:v>94.764346155606262</c:v>
                      </c:pt>
                      <c:pt idx="71">
                        <c:v>94.672028442943613</c:v>
                      </c:pt>
                      <c:pt idx="72">
                        <c:v>94.580030852047017</c:v>
                      </c:pt>
                      <c:pt idx="73">
                        <c:v>94.489699349432541</c:v>
                      </c:pt>
                      <c:pt idx="74">
                        <c:v>94.400182702222438</c:v>
                      </c:pt>
                      <c:pt idx="75">
                        <c:v>94.310194187214421</c:v>
                      </c:pt>
                      <c:pt idx="76">
                        <c:v>94.22165141693533</c:v>
                      </c:pt>
                      <c:pt idx="77">
                        <c:v>94.137362732332392</c:v>
                      </c:pt>
                      <c:pt idx="78">
                        <c:v>94.052629203197483</c:v>
                      </c:pt>
                      <c:pt idx="79">
                        <c:v>93.965168402913235</c:v>
                      </c:pt>
                      <c:pt idx="80">
                        <c:v>93.876342927697934</c:v>
                      </c:pt>
                      <c:pt idx="81">
                        <c:v>93.783135525971318</c:v>
                      </c:pt>
                      <c:pt idx="82">
                        <c:v>93.691314625659842</c:v>
                      </c:pt>
                      <c:pt idx="83">
                        <c:v>93.598411755353496</c:v>
                      </c:pt>
                      <c:pt idx="84">
                        <c:v>93.50595892636106</c:v>
                      </c:pt>
                      <c:pt idx="85">
                        <c:v>93.416563883847815</c:v>
                      </c:pt>
                      <c:pt idx="86">
                        <c:v>93.326004762185434</c:v>
                      </c:pt>
                      <c:pt idx="87">
                        <c:v>93.234249341326063</c:v>
                      </c:pt>
                      <c:pt idx="88">
                        <c:v>93.140156407961058</c:v>
                      </c:pt>
                      <c:pt idx="89">
                        <c:v>93.04337777770202</c:v>
                      </c:pt>
                      <c:pt idx="90">
                        <c:v>92.950270154188203</c:v>
                      </c:pt>
                      <c:pt idx="91">
                        <c:v>92.859075985775746</c:v>
                      </c:pt>
                      <c:pt idx="92">
                        <c:v>92.773646087864122</c:v>
                      </c:pt>
                      <c:pt idx="93">
                        <c:v>92.683687714191194</c:v>
                      </c:pt>
                      <c:pt idx="94">
                        <c:v>92.596631223540001</c:v>
                      </c:pt>
                      <c:pt idx="95">
                        <c:v>92.514707074708696</c:v>
                      </c:pt>
                      <c:pt idx="96">
                        <c:v>92.429538055249253</c:v>
                      </c:pt>
                      <c:pt idx="97">
                        <c:v>92.343199759858763</c:v>
                      </c:pt>
                      <c:pt idx="98">
                        <c:v>92.255928122436273</c:v>
                      </c:pt>
                      <c:pt idx="99">
                        <c:v>92.173805456535774</c:v>
                      </c:pt>
                      <c:pt idx="100">
                        <c:v>92.095494110492254</c:v>
                      </c:pt>
                      <c:pt idx="101">
                        <c:v>92.015384677905899</c:v>
                      </c:pt>
                      <c:pt idx="102">
                        <c:v>91.934932257713101</c:v>
                      </c:pt>
                      <c:pt idx="103">
                        <c:v>91.854047465264927</c:v>
                      </c:pt>
                      <c:pt idx="104">
                        <c:v>91.772267786970886</c:v>
                      </c:pt>
                      <c:pt idx="105">
                        <c:v>91.691701037575967</c:v>
                      </c:pt>
                      <c:pt idx="106">
                        <c:v>91.613733718495254</c:v>
                      </c:pt>
                      <c:pt idx="107">
                        <c:v>91.531329387014935</c:v>
                      </c:pt>
                      <c:pt idx="108">
                        <c:v>91.449653644359202</c:v>
                      </c:pt>
                      <c:pt idx="109">
                        <c:v>91.36755904108108</c:v>
                      </c:pt>
                      <c:pt idx="110">
                        <c:v>91.2857502608083</c:v>
                      </c:pt>
                      <c:pt idx="111">
                        <c:v>91.207334979126443</c:v>
                      </c:pt>
                      <c:pt idx="112">
                        <c:v>91.124125146449202</c:v>
                      </c:pt>
                      <c:pt idx="113">
                        <c:v>91.047701271597433</c:v>
                      </c:pt>
                      <c:pt idx="114">
                        <c:v>90.97421877530995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5253-40F4-8B0F-C25A45BF8E8D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v>2-2-3-P3-CC2.04</c:v>
                </c:tx>
                <c:spPr>
                  <a:ln w="38100"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test'!$BD$76:$BD$190</c15:sqref>
                        </c15:formulaRef>
                      </c:ext>
                    </c:extLst>
                    <c:numCache>
                      <c:formatCode>General</c:formatCode>
                      <c:ptCount val="11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0.16666700000000034</c:v>
                      </c:pt>
                      <c:pt idx="3">
                        <c:v>0.33333400000000024</c:v>
                      </c:pt>
                      <c:pt idx="4">
                        <c:v>0.50000200000000028</c:v>
                      </c:pt>
                      <c:pt idx="5">
                        <c:v>0.66666900000000018</c:v>
                      </c:pt>
                      <c:pt idx="6">
                        <c:v>0.83333600000000008</c:v>
                      </c:pt>
                      <c:pt idx="7">
                        <c:v>1.0000050000000003</c:v>
                      </c:pt>
                      <c:pt idx="8">
                        <c:v>1.166671</c:v>
                      </c:pt>
                      <c:pt idx="9">
                        <c:v>1.3333390000000001</c:v>
                      </c:pt>
                      <c:pt idx="10">
                        <c:v>1.5000060000000004</c:v>
                      </c:pt>
                      <c:pt idx="11">
                        <c:v>1.6666750000000001</c:v>
                      </c:pt>
                      <c:pt idx="12">
                        <c:v>1.8333430000000002</c:v>
                      </c:pt>
                      <c:pt idx="13">
                        <c:v>2.0000100000000005</c:v>
                      </c:pt>
                      <c:pt idx="14">
                        <c:v>2.166677</c:v>
                      </c:pt>
                      <c:pt idx="15">
                        <c:v>2.3333450000000004</c:v>
                      </c:pt>
                      <c:pt idx="16">
                        <c:v>2.5000119999999999</c:v>
                      </c:pt>
                      <c:pt idx="17">
                        <c:v>2.6666810000000005</c:v>
                      </c:pt>
                      <c:pt idx="18">
                        <c:v>2.833348</c:v>
                      </c:pt>
                      <c:pt idx="19">
                        <c:v>3.0000150000000003</c:v>
                      </c:pt>
                      <c:pt idx="20">
                        <c:v>3.1666840000000001</c:v>
                      </c:pt>
                      <c:pt idx="21">
                        <c:v>3.3333520000000005</c:v>
                      </c:pt>
                      <c:pt idx="22">
                        <c:v>3.500019</c:v>
                      </c:pt>
                      <c:pt idx="23">
                        <c:v>3.6666889999999999</c:v>
                      </c:pt>
                      <c:pt idx="24">
                        <c:v>3.8333560000000002</c:v>
                      </c:pt>
                      <c:pt idx="25">
                        <c:v>4.0000239999999998</c:v>
                      </c:pt>
                      <c:pt idx="26">
                        <c:v>4.1666910000000001</c:v>
                      </c:pt>
                      <c:pt idx="27">
                        <c:v>4.3333590000000006</c:v>
                      </c:pt>
                      <c:pt idx="28">
                        <c:v>4.5000270000000002</c:v>
                      </c:pt>
                      <c:pt idx="29">
                        <c:v>4.6666940000000006</c:v>
                      </c:pt>
                      <c:pt idx="30">
                        <c:v>4.8333620000000002</c:v>
                      </c:pt>
                      <c:pt idx="31">
                        <c:v>5.0000300000000006</c:v>
                      </c:pt>
                      <c:pt idx="32">
                        <c:v>5.1666970000000001</c:v>
                      </c:pt>
                      <c:pt idx="33">
                        <c:v>5.333367</c:v>
                      </c:pt>
                      <c:pt idx="34">
                        <c:v>5.5000340000000003</c:v>
                      </c:pt>
                      <c:pt idx="35">
                        <c:v>5.6667019999999999</c:v>
                      </c:pt>
                      <c:pt idx="36">
                        <c:v>5.8333690000000002</c:v>
                      </c:pt>
                      <c:pt idx="37">
                        <c:v>6.000038</c:v>
                      </c:pt>
                      <c:pt idx="38">
                        <c:v>6.1667059999999996</c:v>
                      </c:pt>
                      <c:pt idx="39">
                        <c:v>6.3333729999999999</c:v>
                      </c:pt>
                      <c:pt idx="40">
                        <c:v>6.5000409999999995</c:v>
                      </c:pt>
                      <c:pt idx="41">
                        <c:v>6.6667079999999999</c:v>
                      </c:pt>
                      <c:pt idx="42">
                        <c:v>6.8333759999999995</c:v>
                      </c:pt>
                      <c:pt idx="43">
                        <c:v>7.0000429999999998</c:v>
                      </c:pt>
                      <c:pt idx="44">
                        <c:v>7.1667100000000001</c:v>
                      </c:pt>
                      <c:pt idx="45">
                        <c:v>7.3333770000000005</c:v>
                      </c:pt>
                      <c:pt idx="46">
                        <c:v>7.5000440000000008</c:v>
                      </c:pt>
                      <c:pt idx="47">
                        <c:v>7.6667120000000004</c:v>
                      </c:pt>
                      <c:pt idx="48">
                        <c:v>7.8333790000000008</c:v>
                      </c:pt>
                      <c:pt idx="49">
                        <c:v>8.0000459999999993</c:v>
                      </c:pt>
                      <c:pt idx="50">
                        <c:v>8.5000470000000004</c:v>
                      </c:pt>
                      <c:pt idx="51">
                        <c:v>9.0000479999999996</c:v>
                      </c:pt>
                      <c:pt idx="52">
                        <c:v>9.5000490000000006</c:v>
                      </c:pt>
                      <c:pt idx="53">
                        <c:v>10.00005</c:v>
                      </c:pt>
                      <c:pt idx="54">
                        <c:v>10.500052999999999</c:v>
                      </c:pt>
                      <c:pt idx="55">
                        <c:v>11.000054</c:v>
                      </c:pt>
                      <c:pt idx="56">
                        <c:v>11.500055</c:v>
                      </c:pt>
                      <c:pt idx="57">
                        <c:v>12.000055</c:v>
                      </c:pt>
                      <c:pt idx="58">
                        <c:v>12.500055</c:v>
                      </c:pt>
                      <c:pt idx="59">
                        <c:v>13.000056000000001</c:v>
                      </c:pt>
                      <c:pt idx="60">
                        <c:v>13.500057</c:v>
                      </c:pt>
                      <c:pt idx="61">
                        <c:v>14.000058000000001</c:v>
                      </c:pt>
                      <c:pt idx="62">
                        <c:v>14.500058999999998</c:v>
                      </c:pt>
                      <c:pt idx="63">
                        <c:v>15.00006</c:v>
                      </c:pt>
                      <c:pt idx="64">
                        <c:v>15.500061000000001</c:v>
                      </c:pt>
                      <c:pt idx="65">
                        <c:v>16.000062</c:v>
                      </c:pt>
                      <c:pt idx="66">
                        <c:v>16.500062</c:v>
                      </c:pt>
                      <c:pt idx="67">
                        <c:v>17.000064000000002</c:v>
                      </c:pt>
                      <c:pt idx="68">
                        <c:v>17.500064000000002</c:v>
                      </c:pt>
                      <c:pt idx="69">
                        <c:v>18.000064999999999</c:v>
                      </c:pt>
                      <c:pt idx="70">
                        <c:v>18.501781999999999</c:v>
                      </c:pt>
                      <c:pt idx="71">
                        <c:v>19.002502</c:v>
                      </c:pt>
                      <c:pt idx="72">
                        <c:v>19.502502999999997</c:v>
                      </c:pt>
                      <c:pt idx="73">
                        <c:v>20.002504999999999</c:v>
                      </c:pt>
                      <c:pt idx="74">
                        <c:v>20.502509000000003</c:v>
                      </c:pt>
                      <c:pt idx="75">
                        <c:v>21.002513</c:v>
                      </c:pt>
                      <c:pt idx="76">
                        <c:v>21.502516999999997</c:v>
                      </c:pt>
                      <c:pt idx="77">
                        <c:v>22.002518000000002</c:v>
                      </c:pt>
                      <c:pt idx="78">
                        <c:v>22.502518999999999</c:v>
                      </c:pt>
                      <c:pt idx="79">
                        <c:v>23.002519999999997</c:v>
                      </c:pt>
                      <c:pt idx="80">
                        <c:v>23.502521999999999</c:v>
                      </c:pt>
                      <c:pt idx="81">
                        <c:v>24.002523000000004</c:v>
                      </c:pt>
                      <c:pt idx="82">
                        <c:v>24.502524000000001</c:v>
                      </c:pt>
                      <c:pt idx="83">
                        <c:v>25.002527999999998</c:v>
                      </c:pt>
                      <c:pt idx="84">
                        <c:v>25.502529000000003</c:v>
                      </c:pt>
                      <c:pt idx="85">
                        <c:v>26.002529000000003</c:v>
                      </c:pt>
                      <c:pt idx="86">
                        <c:v>26.502532000000002</c:v>
                      </c:pt>
                      <c:pt idx="87">
                        <c:v>27.002533</c:v>
                      </c:pt>
                      <c:pt idx="88">
                        <c:v>27.502535000000002</c:v>
                      </c:pt>
                      <c:pt idx="89">
                        <c:v>28.002538000000001</c:v>
                      </c:pt>
                      <c:pt idx="90">
                        <c:v>28.502538999999999</c:v>
                      </c:pt>
                      <c:pt idx="91">
                        <c:v>29.002540000000003</c:v>
                      </c:pt>
                      <c:pt idx="92">
                        <c:v>29.502541999999998</c:v>
                      </c:pt>
                      <c:pt idx="93">
                        <c:v>30.002544</c:v>
                      </c:pt>
                      <c:pt idx="94">
                        <c:v>30.502547999999997</c:v>
                      </c:pt>
                      <c:pt idx="95">
                        <c:v>31.002549000000002</c:v>
                      </c:pt>
                      <c:pt idx="96">
                        <c:v>31.502549999999999</c:v>
                      </c:pt>
                      <c:pt idx="97">
                        <c:v>32.002550999999997</c:v>
                      </c:pt>
                      <c:pt idx="98">
                        <c:v>32.502550999999997</c:v>
                      </c:pt>
                      <c:pt idx="99">
                        <c:v>33.002552999999999</c:v>
                      </c:pt>
                      <c:pt idx="100">
                        <c:v>33.502552999999999</c:v>
                      </c:pt>
                      <c:pt idx="101">
                        <c:v>34.002553999999996</c:v>
                      </c:pt>
                      <c:pt idx="102">
                        <c:v>34.502556999999996</c:v>
                      </c:pt>
                      <c:pt idx="103">
                        <c:v>35.002556999999996</c:v>
                      </c:pt>
                      <c:pt idx="104">
                        <c:v>35.502558999999998</c:v>
                      </c:pt>
                      <c:pt idx="105">
                        <c:v>36.002558999999998</c:v>
                      </c:pt>
                      <c:pt idx="106">
                        <c:v>36.502559999999995</c:v>
                      </c:pt>
                      <c:pt idx="107">
                        <c:v>37.002561</c:v>
                      </c:pt>
                      <c:pt idx="108">
                        <c:v>37.502561999999998</c:v>
                      </c:pt>
                      <c:pt idx="109">
                        <c:v>38.002562999999995</c:v>
                      </c:pt>
                      <c:pt idx="110">
                        <c:v>38.502564999999997</c:v>
                      </c:pt>
                      <c:pt idx="111">
                        <c:v>39.002564999999997</c:v>
                      </c:pt>
                      <c:pt idx="112">
                        <c:v>39.502566999999999</c:v>
                      </c:pt>
                      <c:pt idx="113">
                        <c:v>40.002567999999997</c:v>
                      </c:pt>
                      <c:pt idx="114">
                        <c:v>40.502567999999997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test'!$BE$76:$BE$190</c15:sqref>
                        </c15:formulaRef>
                      </c:ext>
                    </c:extLst>
                    <c:numCache>
                      <c:formatCode>General</c:formatCode>
                      <c:ptCount val="115"/>
                      <c:pt idx="0">
                        <c:v>0</c:v>
                      </c:pt>
                      <c:pt idx="1">
                        <c:v>100</c:v>
                      </c:pt>
                      <c:pt idx="2">
                        <c:v>99.891694137657893</c:v>
                      </c:pt>
                      <c:pt idx="3">
                        <c:v>99.792972285307357</c:v>
                      </c:pt>
                      <c:pt idx="4">
                        <c:v>99.695487548901042</c:v>
                      </c:pt>
                      <c:pt idx="5">
                        <c:v>99.602624843997347</c:v>
                      </c:pt>
                      <c:pt idx="6">
                        <c:v>99.513609673639564</c:v>
                      </c:pt>
                      <c:pt idx="7">
                        <c:v>99.426449137604934</c:v>
                      </c:pt>
                      <c:pt idx="8">
                        <c:v>99.340091167544173</c:v>
                      </c:pt>
                      <c:pt idx="9">
                        <c:v>99.259544523641694</c:v>
                      </c:pt>
                      <c:pt idx="10">
                        <c:v>99.17885857424632</c:v>
                      </c:pt>
                      <c:pt idx="11">
                        <c:v>99.102401690112458</c:v>
                      </c:pt>
                      <c:pt idx="12">
                        <c:v>99.027982408710287</c:v>
                      </c:pt>
                      <c:pt idx="13">
                        <c:v>98.957869122468651</c:v>
                      </c:pt>
                      <c:pt idx="14">
                        <c:v>98.89164391490894</c:v>
                      </c:pt>
                      <c:pt idx="15">
                        <c:v>98.82481886205521</c:v>
                      </c:pt>
                      <c:pt idx="16">
                        <c:v>98.759552159453975</c:v>
                      </c:pt>
                      <c:pt idx="17">
                        <c:v>98.696184793684765</c:v>
                      </c:pt>
                      <c:pt idx="18">
                        <c:v>98.63267708282946</c:v>
                      </c:pt>
                      <c:pt idx="19">
                        <c:v>98.572162360884633</c:v>
                      </c:pt>
                      <c:pt idx="20">
                        <c:v>98.51020156475623</c:v>
                      </c:pt>
                      <c:pt idx="21">
                        <c:v>98.450747227906476</c:v>
                      </c:pt>
                      <c:pt idx="22">
                        <c:v>98.392180703675507</c:v>
                      </c:pt>
                      <c:pt idx="23">
                        <c:v>98.330782327484769</c:v>
                      </c:pt>
                      <c:pt idx="24">
                        <c:v>98.271668977214617</c:v>
                      </c:pt>
                      <c:pt idx="25">
                        <c:v>98.216159896674412</c:v>
                      </c:pt>
                      <c:pt idx="26">
                        <c:v>98.160417947250593</c:v>
                      </c:pt>
                      <c:pt idx="27">
                        <c:v>98.106893450187371</c:v>
                      </c:pt>
                      <c:pt idx="28">
                        <c:v>98.053796225941838</c:v>
                      </c:pt>
                      <c:pt idx="29">
                        <c:v>98.000796723459956</c:v>
                      </c:pt>
                      <c:pt idx="30">
                        <c:v>97.949623786284008</c:v>
                      </c:pt>
                      <c:pt idx="31">
                        <c:v>97.896832202448223</c:v>
                      </c:pt>
                      <c:pt idx="32">
                        <c:v>97.845087488995517</c:v>
                      </c:pt>
                      <c:pt idx="33">
                        <c:v>97.794017471549367</c:v>
                      </c:pt>
                      <c:pt idx="34">
                        <c:v>97.745311489109298</c:v>
                      </c:pt>
                      <c:pt idx="35">
                        <c:v>97.695763436152532</c:v>
                      </c:pt>
                      <c:pt idx="36">
                        <c:v>97.646015781295532</c:v>
                      </c:pt>
                      <c:pt idx="37">
                        <c:v>97.597193364413627</c:v>
                      </c:pt>
                      <c:pt idx="38">
                        <c:v>97.550638300367353</c:v>
                      </c:pt>
                      <c:pt idx="39">
                        <c:v>97.504143532728463</c:v>
                      </c:pt>
                      <c:pt idx="40">
                        <c:v>97.458156086586015</c:v>
                      </c:pt>
                      <c:pt idx="41">
                        <c:v>97.413399518828427</c:v>
                      </c:pt>
                      <c:pt idx="42">
                        <c:v>97.367079402852255</c:v>
                      </c:pt>
                      <c:pt idx="43">
                        <c:v>97.32245070506201</c:v>
                      </c:pt>
                      <c:pt idx="44">
                        <c:v>97.275705395454565</c:v>
                      </c:pt>
                      <c:pt idx="45">
                        <c:v>97.230912441933924</c:v>
                      </c:pt>
                      <c:pt idx="46">
                        <c:v>97.188387880842114</c:v>
                      </c:pt>
                      <c:pt idx="47">
                        <c:v>97.144637639331634</c:v>
                      </c:pt>
                      <c:pt idx="48">
                        <c:v>97.102041346306933</c:v>
                      </c:pt>
                      <c:pt idx="49">
                        <c:v>97.059174759042307</c:v>
                      </c:pt>
                      <c:pt idx="50">
                        <c:v>96.938363629731029</c:v>
                      </c:pt>
                      <c:pt idx="51">
                        <c:v>96.819421689048127</c:v>
                      </c:pt>
                      <c:pt idx="52">
                        <c:v>96.701099345930558</c:v>
                      </c:pt>
                      <c:pt idx="53">
                        <c:v>96.582907991560035</c:v>
                      </c:pt>
                      <c:pt idx="54">
                        <c:v>96.471904384784892</c:v>
                      </c:pt>
                      <c:pt idx="55">
                        <c:v>96.358194716830852</c:v>
                      </c:pt>
                      <c:pt idx="56">
                        <c:v>96.25177987457495</c:v>
                      </c:pt>
                      <c:pt idx="57">
                        <c:v>96.14494919502684</c:v>
                      </c:pt>
                      <c:pt idx="58">
                        <c:v>96.043342471461784</c:v>
                      </c:pt>
                      <c:pt idx="59">
                        <c:v>95.940125417982756</c:v>
                      </c:pt>
                      <c:pt idx="60">
                        <c:v>95.834772000415143</c:v>
                      </c:pt>
                      <c:pt idx="61">
                        <c:v>95.732233801315587</c:v>
                      </c:pt>
                      <c:pt idx="62">
                        <c:v>95.633240615131882</c:v>
                      </c:pt>
                      <c:pt idx="63">
                        <c:v>95.533122589072832</c:v>
                      </c:pt>
                      <c:pt idx="64">
                        <c:v>95.432159373717425</c:v>
                      </c:pt>
                      <c:pt idx="65">
                        <c:v>95.335411708911522</c:v>
                      </c:pt>
                      <c:pt idx="66">
                        <c:v>95.240933476127694</c:v>
                      </c:pt>
                      <c:pt idx="67">
                        <c:v>95.148731952518588</c:v>
                      </c:pt>
                      <c:pt idx="68">
                        <c:v>95.057089730067432</c:v>
                      </c:pt>
                      <c:pt idx="69">
                        <c:v>94.965467259887674</c:v>
                      </c:pt>
                      <c:pt idx="70">
                        <c:v>94.873123312005973</c:v>
                      </c:pt>
                      <c:pt idx="71">
                        <c:v>94.780313626357028</c:v>
                      </c:pt>
                      <c:pt idx="72">
                        <c:v>94.690790094909559</c:v>
                      </c:pt>
                      <c:pt idx="73">
                        <c:v>94.599476383919267</c:v>
                      </c:pt>
                      <c:pt idx="74">
                        <c:v>94.509642014095874</c:v>
                      </c:pt>
                      <c:pt idx="75">
                        <c:v>94.42141589500001</c:v>
                      </c:pt>
                      <c:pt idx="76">
                        <c:v>94.332890373053772</c:v>
                      </c:pt>
                      <c:pt idx="77">
                        <c:v>94.249353859020488</c:v>
                      </c:pt>
                      <c:pt idx="78">
                        <c:v>94.164750722332769</c:v>
                      </c:pt>
                      <c:pt idx="79">
                        <c:v>94.076696136119949</c:v>
                      </c:pt>
                      <c:pt idx="80">
                        <c:v>93.988158139054931</c:v>
                      </c:pt>
                      <c:pt idx="81">
                        <c:v>93.898276987536178</c:v>
                      </c:pt>
                      <c:pt idx="82">
                        <c:v>93.807207580955037</c:v>
                      </c:pt>
                      <c:pt idx="83">
                        <c:v>93.716699554718303</c:v>
                      </c:pt>
                      <c:pt idx="84">
                        <c:v>93.625045896741639</c:v>
                      </c:pt>
                      <c:pt idx="85">
                        <c:v>93.53898317115835</c:v>
                      </c:pt>
                      <c:pt idx="86">
                        <c:v>93.44973825069664</c:v>
                      </c:pt>
                      <c:pt idx="87">
                        <c:v>93.360021354908312</c:v>
                      </c:pt>
                      <c:pt idx="88">
                        <c:v>93.268441508050984</c:v>
                      </c:pt>
                      <c:pt idx="89">
                        <c:v>93.174791831071843</c:v>
                      </c:pt>
                      <c:pt idx="90">
                        <c:v>93.085140429657017</c:v>
                      </c:pt>
                      <c:pt idx="91">
                        <c:v>92.996885201950718</c:v>
                      </c:pt>
                      <c:pt idx="92">
                        <c:v>92.910767377926206</c:v>
                      </c:pt>
                      <c:pt idx="93">
                        <c:v>92.822545417203258</c:v>
                      </c:pt>
                      <c:pt idx="94">
                        <c:v>92.737509809731677</c:v>
                      </c:pt>
                      <c:pt idx="95">
                        <c:v>92.65740811173184</c:v>
                      </c:pt>
                      <c:pt idx="96">
                        <c:v>92.571774738152712</c:v>
                      </c:pt>
                      <c:pt idx="97">
                        <c:v>92.487332738415702</c:v>
                      </c:pt>
                      <c:pt idx="98">
                        <c:v>92.402081935145404</c:v>
                      </c:pt>
                      <c:pt idx="99">
                        <c:v>92.320081939906757</c:v>
                      </c:pt>
                      <c:pt idx="100">
                        <c:v>92.242511651423058</c:v>
                      </c:pt>
                      <c:pt idx="101">
                        <c:v>92.162482724949342</c:v>
                      </c:pt>
                      <c:pt idx="102">
                        <c:v>92.08311705895666</c:v>
                      </c:pt>
                      <c:pt idx="103">
                        <c:v>92.004513414801892</c:v>
                      </c:pt>
                      <c:pt idx="104">
                        <c:v>91.921107889515653</c:v>
                      </c:pt>
                      <c:pt idx="105">
                        <c:v>91.843540719811656</c:v>
                      </c:pt>
                      <c:pt idx="106">
                        <c:v>91.764642870772676</c:v>
                      </c:pt>
                      <c:pt idx="107">
                        <c:v>91.682587777092792</c:v>
                      </c:pt>
                      <c:pt idx="108">
                        <c:v>91.602337417260983</c:v>
                      </c:pt>
                      <c:pt idx="109">
                        <c:v>91.522012206716596</c:v>
                      </c:pt>
                      <c:pt idx="110">
                        <c:v>91.441709867223267</c:v>
                      </c:pt>
                      <c:pt idx="111">
                        <c:v>91.364062648840516</c:v>
                      </c:pt>
                      <c:pt idx="112">
                        <c:v>91.28070078646995</c:v>
                      </c:pt>
                      <c:pt idx="113">
                        <c:v>91.205004884580759</c:v>
                      </c:pt>
                      <c:pt idx="114">
                        <c:v>91.1324662273325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5253-40F4-8B0F-C25A45BF8E8D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v>3-2-2-P3-CC2.04</c:v>
                </c:tx>
                <c:spPr>
                  <a:ln w="38100"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test'!$BR$76:$BR$190</c15:sqref>
                        </c15:formulaRef>
                      </c:ext>
                    </c:extLst>
                    <c:numCache>
                      <c:formatCode>General</c:formatCode>
                      <c:ptCount val="11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0.16666800000000004</c:v>
                      </c:pt>
                      <c:pt idx="3">
                        <c:v>0.33333500000000038</c:v>
                      </c:pt>
                      <c:pt idx="4">
                        <c:v>0.50000400000000012</c:v>
                      </c:pt>
                      <c:pt idx="5">
                        <c:v>0.66667200000000015</c:v>
                      </c:pt>
                      <c:pt idx="6">
                        <c:v>0.83333900000000005</c:v>
                      </c:pt>
                      <c:pt idx="7">
                        <c:v>1.000006</c:v>
                      </c:pt>
                      <c:pt idx="8">
                        <c:v>1.166674</c:v>
                      </c:pt>
                      <c:pt idx="9">
                        <c:v>1.3333410000000003</c:v>
                      </c:pt>
                      <c:pt idx="10">
                        <c:v>1.5000080000000002</c:v>
                      </c:pt>
                      <c:pt idx="11">
                        <c:v>1.6666760000000003</c:v>
                      </c:pt>
                      <c:pt idx="12">
                        <c:v>1.833345</c:v>
                      </c:pt>
                      <c:pt idx="13">
                        <c:v>2.0000130000000005</c:v>
                      </c:pt>
                      <c:pt idx="14">
                        <c:v>2.1666789999999998</c:v>
                      </c:pt>
                      <c:pt idx="15">
                        <c:v>2.3333480000000004</c:v>
                      </c:pt>
                      <c:pt idx="16">
                        <c:v>2.5000149999999999</c:v>
                      </c:pt>
                      <c:pt idx="17">
                        <c:v>2.6666830000000004</c:v>
                      </c:pt>
                      <c:pt idx="18">
                        <c:v>2.833351</c:v>
                      </c:pt>
                      <c:pt idx="19">
                        <c:v>3.0000170000000002</c:v>
                      </c:pt>
                      <c:pt idx="20">
                        <c:v>3.1666849999999998</c:v>
                      </c:pt>
                      <c:pt idx="21">
                        <c:v>3.3333520000000001</c:v>
                      </c:pt>
                      <c:pt idx="22">
                        <c:v>3.5000190000000004</c:v>
                      </c:pt>
                      <c:pt idx="23">
                        <c:v>3.666687</c:v>
                      </c:pt>
                      <c:pt idx="24">
                        <c:v>3.8333540000000004</c:v>
                      </c:pt>
                      <c:pt idx="25">
                        <c:v>4.0000210000000003</c:v>
                      </c:pt>
                      <c:pt idx="26">
                        <c:v>4.1666869999999996</c:v>
                      </c:pt>
                      <c:pt idx="27">
                        <c:v>4.333355000000001</c:v>
                      </c:pt>
                      <c:pt idx="28">
                        <c:v>4.5000210000000003</c:v>
                      </c:pt>
                      <c:pt idx="29">
                        <c:v>4.6666889999999999</c:v>
                      </c:pt>
                      <c:pt idx="30">
                        <c:v>4.833355000000001</c:v>
                      </c:pt>
                      <c:pt idx="31">
                        <c:v>5.0000230000000006</c:v>
                      </c:pt>
                      <c:pt idx="32">
                        <c:v>5.1666910000000001</c:v>
                      </c:pt>
                      <c:pt idx="33">
                        <c:v>5.3333580000000005</c:v>
                      </c:pt>
                      <c:pt idx="34">
                        <c:v>5.5000260000000001</c:v>
                      </c:pt>
                      <c:pt idx="35">
                        <c:v>5.6666930000000004</c:v>
                      </c:pt>
                      <c:pt idx="36">
                        <c:v>5.833362000000001</c:v>
                      </c:pt>
                      <c:pt idx="37">
                        <c:v>6.0000289999999996</c:v>
                      </c:pt>
                      <c:pt idx="38">
                        <c:v>6.166696</c:v>
                      </c:pt>
                      <c:pt idx="39">
                        <c:v>6.3333639999999995</c:v>
                      </c:pt>
                      <c:pt idx="40">
                        <c:v>6.5000319999999991</c:v>
                      </c:pt>
                      <c:pt idx="41">
                        <c:v>6.6667000000000005</c:v>
                      </c:pt>
                      <c:pt idx="42">
                        <c:v>6.8333669999999991</c:v>
                      </c:pt>
                      <c:pt idx="43">
                        <c:v>7.0000359999999997</c:v>
                      </c:pt>
                      <c:pt idx="44">
                        <c:v>7.1667039999999993</c:v>
                      </c:pt>
                      <c:pt idx="45">
                        <c:v>7.3333709999999996</c:v>
                      </c:pt>
                      <c:pt idx="46">
                        <c:v>7.500038</c:v>
                      </c:pt>
                      <c:pt idx="47">
                        <c:v>7.6667050000000003</c:v>
                      </c:pt>
                      <c:pt idx="48">
                        <c:v>7.8333719999999989</c:v>
                      </c:pt>
                      <c:pt idx="49">
                        <c:v>8.0000400000000003</c:v>
                      </c:pt>
                      <c:pt idx="50">
                        <c:v>8.5000409999999995</c:v>
                      </c:pt>
                      <c:pt idx="51">
                        <c:v>9.0000420000000005</c:v>
                      </c:pt>
                      <c:pt idx="52">
                        <c:v>9.500043999999999</c:v>
                      </c:pt>
                      <c:pt idx="53">
                        <c:v>10.000045</c:v>
                      </c:pt>
                      <c:pt idx="54">
                        <c:v>10.500045999999999</c:v>
                      </c:pt>
                      <c:pt idx="55">
                        <c:v>11.000048</c:v>
                      </c:pt>
                      <c:pt idx="56">
                        <c:v>11.500048999999999</c:v>
                      </c:pt>
                      <c:pt idx="57">
                        <c:v>12.00005</c:v>
                      </c:pt>
                      <c:pt idx="58">
                        <c:v>12.50005</c:v>
                      </c:pt>
                      <c:pt idx="59">
                        <c:v>13.000050999999999</c:v>
                      </c:pt>
                      <c:pt idx="60">
                        <c:v>13.500052</c:v>
                      </c:pt>
                      <c:pt idx="61">
                        <c:v>14.000053000000001</c:v>
                      </c:pt>
                      <c:pt idx="62">
                        <c:v>14.500053999999999</c:v>
                      </c:pt>
                      <c:pt idx="63">
                        <c:v>15.000055</c:v>
                      </c:pt>
                      <c:pt idx="64">
                        <c:v>15.500056000000001</c:v>
                      </c:pt>
                      <c:pt idx="65">
                        <c:v>16.000056999999998</c:v>
                      </c:pt>
                      <c:pt idx="66">
                        <c:v>16.500057999999999</c:v>
                      </c:pt>
                      <c:pt idx="67">
                        <c:v>17.000060000000001</c:v>
                      </c:pt>
                      <c:pt idx="68">
                        <c:v>17.500060999999999</c:v>
                      </c:pt>
                      <c:pt idx="69">
                        <c:v>18.000063000000001</c:v>
                      </c:pt>
                      <c:pt idx="70">
                        <c:v>18.503436000000001</c:v>
                      </c:pt>
                      <c:pt idx="71">
                        <c:v>19.003436999999998</c:v>
                      </c:pt>
                      <c:pt idx="72">
                        <c:v>19.503705</c:v>
                      </c:pt>
                      <c:pt idx="73">
                        <c:v>20.003706000000001</c:v>
                      </c:pt>
                      <c:pt idx="74">
                        <c:v>20.503706999999999</c:v>
                      </c:pt>
                      <c:pt idx="75">
                        <c:v>21.003708</c:v>
                      </c:pt>
                      <c:pt idx="76">
                        <c:v>21.503709999999998</c:v>
                      </c:pt>
                      <c:pt idx="77">
                        <c:v>22.003709999999998</c:v>
                      </c:pt>
                      <c:pt idx="78">
                        <c:v>22.503710999999999</c:v>
                      </c:pt>
                      <c:pt idx="79">
                        <c:v>23.003713000000001</c:v>
                      </c:pt>
                      <c:pt idx="80">
                        <c:v>23.503713000000001</c:v>
                      </c:pt>
                      <c:pt idx="81">
                        <c:v>24.003713999999999</c:v>
                      </c:pt>
                      <c:pt idx="82">
                        <c:v>24.503713999999999</c:v>
                      </c:pt>
                      <c:pt idx="83">
                        <c:v>25.003715</c:v>
                      </c:pt>
                      <c:pt idx="84">
                        <c:v>25.503715</c:v>
                      </c:pt>
                      <c:pt idx="85">
                        <c:v>26.003717999999999</c:v>
                      </c:pt>
                      <c:pt idx="86">
                        <c:v>26.503719</c:v>
                      </c:pt>
                      <c:pt idx="87">
                        <c:v>27.003720999999999</c:v>
                      </c:pt>
                      <c:pt idx="88">
                        <c:v>27.503723000000001</c:v>
                      </c:pt>
                      <c:pt idx="89">
                        <c:v>28.003723999999998</c:v>
                      </c:pt>
                      <c:pt idx="90">
                        <c:v>28.503723999999998</c:v>
                      </c:pt>
                      <c:pt idx="91">
                        <c:v>29.003726</c:v>
                      </c:pt>
                      <c:pt idx="92">
                        <c:v>29.503727000000001</c:v>
                      </c:pt>
                      <c:pt idx="93">
                        <c:v>30.003727000000001</c:v>
                      </c:pt>
                      <c:pt idx="94">
                        <c:v>30.503730000000001</c:v>
                      </c:pt>
                      <c:pt idx="95">
                        <c:v>31.003730999999998</c:v>
                      </c:pt>
                      <c:pt idx="96">
                        <c:v>31.503733</c:v>
                      </c:pt>
                      <c:pt idx="97">
                        <c:v>32.003735000000006</c:v>
                      </c:pt>
                      <c:pt idx="98">
                        <c:v>32.503735000000006</c:v>
                      </c:pt>
                      <c:pt idx="99">
                        <c:v>33.003737000000001</c:v>
                      </c:pt>
                      <c:pt idx="100">
                        <c:v>33.503738000000006</c:v>
                      </c:pt>
                      <c:pt idx="101">
                        <c:v>34.003739000000003</c:v>
                      </c:pt>
                      <c:pt idx="102">
                        <c:v>34.503740000000001</c:v>
                      </c:pt>
                      <c:pt idx="103">
                        <c:v>35.003742000000003</c:v>
                      </c:pt>
                      <c:pt idx="104">
                        <c:v>35.503743</c:v>
                      </c:pt>
                      <c:pt idx="105">
                        <c:v>36.003744000000005</c:v>
                      </c:pt>
                      <c:pt idx="106">
                        <c:v>36.503745000000002</c:v>
                      </c:pt>
                      <c:pt idx="107">
                        <c:v>37.003745000000002</c:v>
                      </c:pt>
                      <c:pt idx="108">
                        <c:v>37.503745000000002</c:v>
                      </c:pt>
                      <c:pt idx="109">
                        <c:v>38.003745000000002</c:v>
                      </c:pt>
                      <c:pt idx="110">
                        <c:v>38.503747000000004</c:v>
                      </c:pt>
                      <c:pt idx="111">
                        <c:v>39.003748000000002</c:v>
                      </c:pt>
                      <c:pt idx="112">
                        <c:v>39.503749000000006</c:v>
                      </c:pt>
                      <c:pt idx="113">
                        <c:v>40.003750000000004</c:v>
                      </c:pt>
                      <c:pt idx="114">
                        <c:v>40.503751000000001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test'!$BS$76:$BS$190</c15:sqref>
                        </c15:formulaRef>
                      </c:ext>
                    </c:extLst>
                    <c:numCache>
                      <c:formatCode>General</c:formatCode>
                      <c:ptCount val="115"/>
                      <c:pt idx="0">
                        <c:v>0</c:v>
                      </c:pt>
                      <c:pt idx="1">
                        <c:v>100</c:v>
                      </c:pt>
                      <c:pt idx="2">
                        <c:v>99.893410313529657</c:v>
                      </c:pt>
                      <c:pt idx="3">
                        <c:v>99.794477860633421</c:v>
                      </c:pt>
                      <c:pt idx="4">
                        <c:v>99.697796864529224</c:v>
                      </c:pt>
                      <c:pt idx="5">
                        <c:v>99.60417896917113</c:v>
                      </c:pt>
                      <c:pt idx="6">
                        <c:v>99.513956917482815</c:v>
                      </c:pt>
                      <c:pt idx="7">
                        <c:v>99.426032968790821</c:v>
                      </c:pt>
                      <c:pt idx="8">
                        <c:v>99.340740902601155</c:v>
                      </c:pt>
                      <c:pt idx="9">
                        <c:v>99.255528653249868</c:v>
                      </c:pt>
                      <c:pt idx="10">
                        <c:v>99.17379102782445</c:v>
                      </c:pt>
                      <c:pt idx="11">
                        <c:v>99.097388691583518</c:v>
                      </c:pt>
                      <c:pt idx="12">
                        <c:v>99.022822142625614</c:v>
                      </c:pt>
                      <c:pt idx="13">
                        <c:v>98.951381925935124</c:v>
                      </c:pt>
                      <c:pt idx="14">
                        <c:v>98.884230050289176</c:v>
                      </c:pt>
                      <c:pt idx="15">
                        <c:v>98.815324277363231</c:v>
                      </c:pt>
                      <c:pt idx="16">
                        <c:v>98.747231184973629</c:v>
                      </c:pt>
                      <c:pt idx="17">
                        <c:v>98.682007352436912</c:v>
                      </c:pt>
                      <c:pt idx="18">
                        <c:v>98.617966260323641</c:v>
                      </c:pt>
                      <c:pt idx="19">
                        <c:v>98.555681138654975</c:v>
                      </c:pt>
                      <c:pt idx="20">
                        <c:v>98.491744741355703</c:v>
                      </c:pt>
                      <c:pt idx="21">
                        <c:v>98.430831018092178</c:v>
                      </c:pt>
                      <c:pt idx="22">
                        <c:v>98.365323162000635</c:v>
                      </c:pt>
                      <c:pt idx="23">
                        <c:v>98.302993467292382</c:v>
                      </c:pt>
                      <c:pt idx="24">
                        <c:v>98.242040353900819</c:v>
                      </c:pt>
                      <c:pt idx="25">
                        <c:v>98.183921256563337</c:v>
                      </c:pt>
                      <c:pt idx="26">
                        <c:v>98.126422035451284</c:v>
                      </c:pt>
                      <c:pt idx="27">
                        <c:v>98.07177030596344</c:v>
                      </c:pt>
                      <c:pt idx="28">
                        <c:v>98.015026753360317</c:v>
                      </c:pt>
                      <c:pt idx="29">
                        <c:v>97.95965045283306</c:v>
                      </c:pt>
                      <c:pt idx="30">
                        <c:v>97.906194939338789</c:v>
                      </c:pt>
                      <c:pt idx="31">
                        <c:v>97.852163086076388</c:v>
                      </c:pt>
                      <c:pt idx="32">
                        <c:v>97.796407396421159</c:v>
                      </c:pt>
                      <c:pt idx="33">
                        <c:v>97.744862304136745</c:v>
                      </c:pt>
                      <c:pt idx="34">
                        <c:v>97.69217904446846</c:v>
                      </c:pt>
                      <c:pt idx="35">
                        <c:v>97.642534007570688</c:v>
                      </c:pt>
                      <c:pt idx="36">
                        <c:v>97.590460258304702</c:v>
                      </c:pt>
                      <c:pt idx="37">
                        <c:v>97.538531630563043</c:v>
                      </c:pt>
                      <c:pt idx="38">
                        <c:v>97.489647445085808</c:v>
                      </c:pt>
                      <c:pt idx="39">
                        <c:v>97.442489169166009</c:v>
                      </c:pt>
                      <c:pt idx="40">
                        <c:v>97.39570509946256</c:v>
                      </c:pt>
                      <c:pt idx="41">
                        <c:v>97.348997736850549</c:v>
                      </c:pt>
                      <c:pt idx="42">
                        <c:v>97.300504342906748</c:v>
                      </c:pt>
                      <c:pt idx="43">
                        <c:v>97.253158445587587</c:v>
                      </c:pt>
                      <c:pt idx="44">
                        <c:v>97.205657060920927</c:v>
                      </c:pt>
                      <c:pt idx="45">
                        <c:v>97.159422379845395</c:v>
                      </c:pt>
                      <c:pt idx="46">
                        <c:v>97.114006598800103</c:v>
                      </c:pt>
                      <c:pt idx="47">
                        <c:v>97.070958371766352</c:v>
                      </c:pt>
                      <c:pt idx="48">
                        <c:v>97.026551185315299</c:v>
                      </c:pt>
                      <c:pt idx="49">
                        <c:v>96.98130955009924</c:v>
                      </c:pt>
                      <c:pt idx="50">
                        <c:v>96.855300530506241</c:v>
                      </c:pt>
                      <c:pt idx="51">
                        <c:v>96.733988265390607</c:v>
                      </c:pt>
                      <c:pt idx="52">
                        <c:v>96.606827602843694</c:v>
                      </c:pt>
                      <c:pt idx="53">
                        <c:v>96.48613003104191</c:v>
                      </c:pt>
                      <c:pt idx="54">
                        <c:v>96.366903369547657</c:v>
                      </c:pt>
                      <c:pt idx="55">
                        <c:v>96.251866573777832</c:v>
                      </c:pt>
                      <c:pt idx="56">
                        <c:v>96.139501050638373</c:v>
                      </c:pt>
                      <c:pt idx="57">
                        <c:v>96.0274744899165</c:v>
                      </c:pt>
                      <c:pt idx="58">
                        <c:v>95.925016620560854</c:v>
                      </c:pt>
                      <c:pt idx="59">
                        <c:v>95.810519884178092</c:v>
                      </c:pt>
                      <c:pt idx="60">
                        <c:v>95.700875389620194</c:v>
                      </c:pt>
                      <c:pt idx="61">
                        <c:v>95.596686427795518</c:v>
                      </c:pt>
                      <c:pt idx="62">
                        <c:v>95.492614599772651</c:v>
                      </c:pt>
                      <c:pt idx="63">
                        <c:v>95.390167096240191</c:v>
                      </c:pt>
                      <c:pt idx="64">
                        <c:v>95.283881128388686</c:v>
                      </c:pt>
                      <c:pt idx="65">
                        <c:v>95.183156424666706</c:v>
                      </c:pt>
                      <c:pt idx="66">
                        <c:v>95.085113359398278</c:v>
                      </c:pt>
                      <c:pt idx="67">
                        <c:v>94.990387357543511</c:v>
                      </c:pt>
                      <c:pt idx="68">
                        <c:v>94.893396423326621</c:v>
                      </c:pt>
                      <c:pt idx="69">
                        <c:v>94.799182493136371</c:v>
                      </c:pt>
                      <c:pt idx="70">
                        <c:v>94.715223471806084</c:v>
                      </c:pt>
                      <c:pt idx="71">
                        <c:v>94.617699734278347</c:v>
                      </c:pt>
                      <c:pt idx="72">
                        <c:v>94.523261902307681</c:v>
                      </c:pt>
                      <c:pt idx="73">
                        <c:v>94.429196203388727</c:v>
                      </c:pt>
                      <c:pt idx="74">
                        <c:v>94.338194641798196</c:v>
                      </c:pt>
                      <c:pt idx="75">
                        <c:v>94.244200467059116</c:v>
                      </c:pt>
                      <c:pt idx="76">
                        <c:v>94.153117015465554</c:v>
                      </c:pt>
                      <c:pt idx="77">
                        <c:v>94.067645620535075</c:v>
                      </c:pt>
                      <c:pt idx="78">
                        <c:v>93.979040637260951</c:v>
                      </c:pt>
                      <c:pt idx="79">
                        <c:v>93.884717865927442</c:v>
                      </c:pt>
                      <c:pt idx="80">
                        <c:v>93.79266728303233</c:v>
                      </c:pt>
                      <c:pt idx="81">
                        <c:v>93.696863235568131</c:v>
                      </c:pt>
                      <c:pt idx="82">
                        <c:v>93.6016987593934</c:v>
                      </c:pt>
                      <c:pt idx="83">
                        <c:v>93.510461893616963</c:v>
                      </c:pt>
                      <c:pt idx="84">
                        <c:v>93.414739736155809</c:v>
                      </c:pt>
                      <c:pt idx="85">
                        <c:v>93.325899448695779</c:v>
                      </c:pt>
                      <c:pt idx="86">
                        <c:v>93.232927344121038</c:v>
                      </c:pt>
                      <c:pt idx="87">
                        <c:v>93.14077828590581</c:v>
                      </c:pt>
                      <c:pt idx="88">
                        <c:v>93.046966549654485</c:v>
                      </c:pt>
                      <c:pt idx="89">
                        <c:v>92.950486650519764</c:v>
                      </c:pt>
                      <c:pt idx="90">
                        <c:v>92.860146428447337</c:v>
                      </c:pt>
                      <c:pt idx="91">
                        <c:v>92.771322726304376</c:v>
                      </c:pt>
                      <c:pt idx="92">
                        <c:v>92.682664877332087</c:v>
                      </c:pt>
                      <c:pt idx="93">
                        <c:v>92.592264533485306</c:v>
                      </c:pt>
                      <c:pt idx="94">
                        <c:v>92.504160219470194</c:v>
                      </c:pt>
                      <c:pt idx="95">
                        <c:v>92.422414301386212</c:v>
                      </c:pt>
                      <c:pt idx="96">
                        <c:v>92.335767422108503</c:v>
                      </c:pt>
                      <c:pt idx="97">
                        <c:v>92.246870122621061</c:v>
                      </c:pt>
                      <c:pt idx="98">
                        <c:v>92.161711775550231</c:v>
                      </c:pt>
                      <c:pt idx="99">
                        <c:v>92.07922884743904</c:v>
                      </c:pt>
                      <c:pt idx="100">
                        <c:v>91.999346704360676</c:v>
                      </c:pt>
                      <c:pt idx="101">
                        <c:v>91.917969809581479</c:v>
                      </c:pt>
                      <c:pt idx="102">
                        <c:v>91.837183766722873</c:v>
                      </c:pt>
                      <c:pt idx="103">
                        <c:v>91.755523884971197</c:v>
                      </c:pt>
                      <c:pt idx="104">
                        <c:v>91.670056636370006</c:v>
                      </c:pt>
                      <c:pt idx="105">
                        <c:v>91.591347904474205</c:v>
                      </c:pt>
                      <c:pt idx="106">
                        <c:v>91.509267170301925</c:v>
                      </c:pt>
                      <c:pt idx="107">
                        <c:v>91.425021015669898</c:v>
                      </c:pt>
                      <c:pt idx="108">
                        <c:v>91.341132481937137</c:v>
                      </c:pt>
                      <c:pt idx="109">
                        <c:v>91.259796013868311</c:v>
                      </c:pt>
                      <c:pt idx="110">
                        <c:v>91.179731432302177</c:v>
                      </c:pt>
                      <c:pt idx="111">
                        <c:v>91.100100142144441</c:v>
                      </c:pt>
                      <c:pt idx="112">
                        <c:v>91.014481552524998</c:v>
                      </c:pt>
                      <c:pt idx="113">
                        <c:v>90.940372136368794</c:v>
                      </c:pt>
                      <c:pt idx="114">
                        <c:v>90.866767535800861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5253-40F4-8B0F-C25A45BF8E8D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v>3-2-3-P3-CC2.04</c:v>
                </c:tx>
                <c:spPr>
                  <a:ln w="38100"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test'!$CF$76:$CF$190</c15:sqref>
                        </c15:formulaRef>
                      </c:ext>
                    </c:extLst>
                    <c:numCache>
                      <c:formatCode>General</c:formatCode>
                      <c:ptCount val="11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0.16666800000000004</c:v>
                      </c:pt>
                      <c:pt idx="3">
                        <c:v>0.33333600000000008</c:v>
                      </c:pt>
                      <c:pt idx="4">
                        <c:v>0.50000299999999998</c:v>
                      </c:pt>
                      <c:pt idx="5">
                        <c:v>0.66667200000000015</c:v>
                      </c:pt>
                      <c:pt idx="6">
                        <c:v>0.83333900000000005</c:v>
                      </c:pt>
                      <c:pt idx="7">
                        <c:v>1.0000070000000001</c:v>
                      </c:pt>
                      <c:pt idx="8">
                        <c:v>1.1666730000000003</c:v>
                      </c:pt>
                      <c:pt idx="9">
                        <c:v>1.3333410000000003</c:v>
                      </c:pt>
                      <c:pt idx="10">
                        <c:v>1.5000080000000002</c:v>
                      </c:pt>
                      <c:pt idx="11">
                        <c:v>1.666677</c:v>
                      </c:pt>
                      <c:pt idx="12">
                        <c:v>1.8333440000000003</c:v>
                      </c:pt>
                      <c:pt idx="13">
                        <c:v>2.000013</c:v>
                      </c:pt>
                      <c:pt idx="14">
                        <c:v>2.1666810000000005</c:v>
                      </c:pt>
                      <c:pt idx="15">
                        <c:v>2.3333490000000001</c:v>
                      </c:pt>
                      <c:pt idx="16">
                        <c:v>2.500019</c:v>
                      </c:pt>
                      <c:pt idx="17">
                        <c:v>2.6666870000000005</c:v>
                      </c:pt>
                      <c:pt idx="18">
                        <c:v>2.8333550000000001</c:v>
                      </c:pt>
                      <c:pt idx="19">
                        <c:v>3.0000210000000003</c:v>
                      </c:pt>
                      <c:pt idx="20">
                        <c:v>3.1666879999999997</c:v>
                      </c:pt>
                      <c:pt idx="21">
                        <c:v>3.3333570000000003</c:v>
                      </c:pt>
                      <c:pt idx="22">
                        <c:v>3.5000249999999999</c:v>
                      </c:pt>
                      <c:pt idx="23">
                        <c:v>3.6666920000000003</c:v>
                      </c:pt>
                      <c:pt idx="24">
                        <c:v>3.8333589999999997</c:v>
                      </c:pt>
                      <c:pt idx="25">
                        <c:v>4.0000260000000001</c:v>
                      </c:pt>
                      <c:pt idx="26">
                        <c:v>4.1666930000000004</c:v>
                      </c:pt>
                      <c:pt idx="27">
                        <c:v>4.3333599999999999</c:v>
                      </c:pt>
                      <c:pt idx="28">
                        <c:v>4.5000299999999998</c:v>
                      </c:pt>
                      <c:pt idx="29">
                        <c:v>4.6666970000000001</c:v>
                      </c:pt>
                      <c:pt idx="30">
                        <c:v>4.8333649999999997</c:v>
                      </c:pt>
                      <c:pt idx="31">
                        <c:v>5.000032</c:v>
                      </c:pt>
                      <c:pt idx="32">
                        <c:v>5.1667000000000005</c:v>
                      </c:pt>
                      <c:pt idx="33">
                        <c:v>5.333367</c:v>
                      </c:pt>
                      <c:pt idx="34">
                        <c:v>5.5000350000000005</c:v>
                      </c:pt>
                      <c:pt idx="35">
                        <c:v>5.6667019999999999</c:v>
                      </c:pt>
                      <c:pt idx="36">
                        <c:v>5.8333700000000004</c:v>
                      </c:pt>
                      <c:pt idx="37">
                        <c:v>6.0000380000000009</c:v>
                      </c:pt>
                      <c:pt idx="38">
                        <c:v>6.1667060000000005</c:v>
                      </c:pt>
                      <c:pt idx="39">
                        <c:v>6.3333730000000008</c:v>
                      </c:pt>
                      <c:pt idx="40">
                        <c:v>6.5000399999999994</c:v>
                      </c:pt>
                      <c:pt idx="41">
                        <c:v>6.6667080000000007</c:v>
                      </c:pt>
                      <c:pt idx="42">
                        <c:v>6.8333749999999993</c:v>
                      </c:pt>
                      <c:pt idx="43">
                        <c:v>7.0000430000000007</c:v>
                      </c:pt>
                      <c:pt idx="44">
                        <c:v>7.1667099999999992</c:v>
                      </c:pt>
                      <c:pt idx="45">
                        <c:v>7.3333780000000006</c:v>
                      </c:pt>
                      <c:pt idx="46">
                        <c:v>7.5000460000000002</c:v>
                      </c:pt>
                      <c:pt idx="47">
                        <c:v>7.6667130000000006</c:v>
                      </c:pt>
                      <c:pt idx="48">
                        <c:v>7.8333800000000009</c:v>
                      </c:pt>
                      <c:pt idx="49">
                        <c:v>8.0000479999999996</c:v>
                      </c:pt>
                      <c:pt idx="50">
                        <c:v>8.5000479999999996</c:v>
                      </c:pt>
                      <c:pt idx="51">
                        <c:v>9.0000490000000006</c:v>
                      </c:pt>
                      <c:pt idx="52">
                        <c:v>9.5000500000000017</c:v>
                      </c:pt>
                      <c:pt idx="53">
                        <c:v>10.000050000000002</c:v>
                      </c:pt>
                      <c:pt idx="54">
                        <c:v>10.500052</c:v>
                      </c:pt>
                      <c:pt idx="55">
                        <c:v>11.000053000000001</c:v>
                      </c:pt>
                      <c:pt idx="56">
                        <c:v>11.500053000000001</c:v>
                      </c:pt>
                      <c:pt idx="57">
                        <c:v>12.000053000000001</c:v>
                      </c:pt>
                      <c:pt idx="58">
                        <c:v>12.500055</c:v>
                      </c:pt>
                      <c:pt idx="59">
                        <c:v>13.000056000000001</c:v>
                      </c:pt>
                      <c:pt idx="60">
                        <c:v>13.500057999999999</c:v>
                      </c:pt>
                      <c:pt idx="61">
                        <c:v>14.000060000000001</c:v>
                      </c:pt>
                      <c:pt idx="62">
                        <c:v>14.500063000000001</c:v>
                      </c:pt>
                      <c:pt idx="63">
                        <c:v>15.000064999999999</c:v>
                      </c:pt>
                      <c:pt idx="64">
                        <c:v>15.500064999999999</c:v>
                      </c:pt>
                      <c:pt idx="65">
                        <c:v>16.000066</c:v>
                      </c:pt>
                      <c:pt idx="66">
                        <c:v>16.500068000000002</c:v>
                      </c:pt>
                      <c:pt idx="67">
                        <c:v>17.000069</c:v>
                      </c:pt>
                      <c:pt idx="68">
                        <c:v>17.500070000000001</c:v>
                      </c:pt>
                      <c:pt idx="69">
                        <c:v>18.000071000000002</c:v>
                      </c:pt>
                      <c:pt idx="70">
                        <c:v>18.504892000000002</c:v>
                      </c:pt>
                      <c:pt idx="71">
                        <c:v>19.004893000000003</c:v>
                      </c:pt>
                      <c:pt idx="72">
                        <c:v>19.504893000000003</c:v>
                      </c:pt>
                      <c:pt idx="73">
                        <c:v>20.004895000000001</c:v>
                      </c:pt>
                      <c:pt idx="74">
                        <c:v>20.504897</c:v>
                      </c:pt>
                      <c:pt idx="75">
                        <c:v>21.004902000000001</c:v>
                      </c:pt>
                      <c:pt idx="76">
                        <c:v>21.504902000000001</c:v>
                      </c:pt>
                      <c:pt idx="77">
                        <c:v>22.004903000000002</c:v>
                      </c:pt>
                      <c:pt idx="78">
                        <c:v>22.504904</c:v>
                      </c:pt>
                      <c:pt idx="79">
                        <c:v>23.004906000000002</c:v>
                      </c:pt>
                      <c:pt idx="80">
                        <c:v>23.504906999999999</c:v>
                      </c:pt>
                      <c:pt idx="81">
                        <c:v>24.004906999999999</c:v>
                      </c:pt>
                      <c:pt idx="82">
                        <c:v>24.504909000000001</c:v>
                      </c:pt>
                      <c:pt idx="83">
                        <c:v>25.004910000000002</c:v>
                      </c:pt>
                      <c:pt idx="84">
                        <c:v>25.504910000000002</c:v>
                      </c:pt>
                      <c:pt idx="85">
                        <c:v>26.004910000000002</c:v>
                      </c:pt>
                      <c:pt idx="86">
                        <c:v>26.504911</c:v>
                      </c:pt>
                      <c:pt idx="87">
                        <c:v>27.004913000000002</c:v>
                      </c:pt>
                      <c:pt idx="88">
                        <c:v>27.504913000000002</c:v>
                      </c:pt>
                      <c:pt idx="89">
                        <c:v>28.004913000000002</c:v>
                      </c:pt>
                      <c:pt idx="90">
                        <c:v>28.504913999999999</c:v>
                      </c:pt>
                      <c:pt idx="91">
                        <c:v>29.004915</c:v>
                      </c:pt>
                      <c:pt idx="92">
                        <c:v>29.504916000000001</c:v>
                      </c:pt>
                      <c:pt idx="93">
                        <c:v>30.004917000000003</c:v>
                      </c:pt>
                      <c:pt idx="94">
                        <c:v>30.504918</c:v>
                      </c:pt>
                      <c:pt idx="95">
                        <c:v>31.004918</c:v>
                      </c:pt>
                      <c:pt idx="96">
                        <c:v>31.504922000000004</c:v>
                      </c:pt>
                      <c:pt idx="97">
                        <c:v>32.004922000000001</c:v>
                      </c:pt>
                      <c:pt idx="98">
                        <c:v>32.504922999999998</c:v>
                      </c:pt>
                      <c:pt idx="99">
                        <c:v>33.004923999999995</c:v>
                      </c:pt>
                      <c:pt idx="100">
                        <c:v>33.504925</c:v>
                      </c:pt>
                      <c:pt idx="101">
                        <c:v>34.004926999999995</c:v>
                      </c:pt>
                      <c:pt idx="102">
                        <c:v>34.504928</c:v>
                      </c:pt>
                      <c:pt idx="103">
                        <c:v>35.004929999999995</c:v>
                      </c:pt>
                      <c:pt idx="104">
                        <c:v>35.504929999999995</c:v>
                      </c:pt>
                      <c:pt idx="105">
                        <c:v>36.004931999999997</c:v>
                      </c:pt>
                      <c:pt idx="106">
                        <c:v>36.504932999999994</c:v>
                      </c:pt>
                      <c:pt idx="107">
                        <c:v>37.004936000000001</c:v>
                      </c:pt>
                      <c:pt idx="108">
                        <c:v>37.504936000000001</c:v>
                      </c:pt>
                      <c:pt idx="109">
                        <c:v>38.004937999999996</c:v>
                      </c:pt>
                      <c:pt idx="110">
                        <c:v>38.504939999999998</c:v>
                      </c:pt>
                      <c:pt idx="111">
                        <c:v>39.004942</c:v>
                      </c:pt>
                      <c:pt idx="112">
                        <c:v>39.504942</c:v>
                      </c:pt>
                      <c:pt idx="113">
                        <c:v>40.004942999999997</c:v>
                      </c:pt>
                      <c:pt idx="114">
                        <c:v>40.504942999999997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test'!$CG$76:$CG$190</c15:sqref>
                        </c15:formulaRef>
                      </c:ext>
                    </c:extLst>
                    <c:numCache>
                      <c:formatCode>General</c:formatCode>
                      <c:ptCount val="115"/>
                      <c:pt idx="0">
                        <c:v>0</c:v>
                      </c:pt>
                      <c:pt idx="1">
                        <c:v>100.00000000000001</c:v>
                      </c:pt>
                      <c:pt idx="2">
                        <c:v>99.894090503807774</c:v>
                      </c:pt>
                      <c:pt idx="3">
                        <c:v>99.793705720169868</c:v>
                      </c:pt>
                      <c:pt idx="4">
                        <c:v>99.6958454534673</c:v>
                      </c:pt>
                      <c:pt idx="5">
                        <c:v>99.601953321142958</c:v>
                      </c:pt>
                      <c:pt idx="6">
                        <c:v>99.5115754075903</c:v>
                      </c:pt>
                      <c:pt idx="7">
                        <c:v>99.422338501076155</c:v>
                      </c:pt>
                      <c:pt idx="8">
                        <c:v>99.339281272101175</c:v>
                      </c:pt>
                      <c:pt idx="9">
                        <c:v>99.256542198585649</c:v>
                      </c:pt>
                      <c:pt idx="10">
                        <c:v>99.175275759949031</c:v>
                      </c:pt>
                      <c:pt idx="11">
                        <c:v>99.098352609685193</c:v>
                      </c:pt>
                      <c:pt idx="12">
                        <c:v>99.026117848015545</c:v>
                      </c:pt>
                      <c:pt idx="13">
                        <c:v>98.958887557725532</c:v>
                      </c:pt>
                      <c:pt idx="14">
                        <c:v>98.889371108010494</c:v>
                      </c:pt>
                      <c:pt idx="15">
                        <c:v>98.820552113097364</c:v>
                      </c:pt>
                      <c:pt idx="16">
                        <c:v>98.751015972979289</c:v>
                      </c:pt>
                      <c:pt idx="17">
                        <c:v>98.686290509221607</c:v>
                      </c:pt>
                      <c:pt idx="18">
                        <c:v>98.622304990082895</c:v>
                      </c:pt>
                      <c:pt idx="19">
                        <c:v>98.557550508889136</c:v>
                      </c:pt>
                      <c:pt idx="20">
                        <c:v>98.495736115768281</c:v>
                      </c:pt>
                      <c:pt idx="21">
                        <c:v>98.434375638254053</c:v>
                      </c:pt>
                      <c:pt idx="22">
                        <c:v>98.370260576990162</c:v>
                      </c:pt>
                      <c:pt idx="23">
                        <c:v>98.306652284519956</c:v>
                      </c:pt>
                      <c:pt idx="24">
                        <c:v>98.249123144899755</c:v>
                      </c:pt>
                      <c:pt idx="25">
                        <c:v>98.190868569378637</c:v>
                      </c:pt>
                      <c:pt idx="26">
                        <c:v>98.134035848223377</c:v>
                      </c:pt>
                      <c:pt idx="27">
                        <c:v>98.07706218523596</c:v>
                      </c:pt>
                      <c:pt idx="28">
                        <c:v>98.021630591706568</c:v>
                      </c:pt>
                      <c:pt idx="29">
                        <c:v>97.96803124199559</c:v>
                      </c:pt>
                      <c:pt idx="30">
                        <c:v>97.913386228250246</c:v>
                      </c:pt>
                      <c:pt idx="31">
                        <c:v>97.858965063297191</c:v>
                      </c:pt>
                      <c:pt idx="32">
                        <c:v>97.804311758855832</c:v>
                      </c:pt>
                      <c:pt idx="33">
                        <c:v>97.753984125058182</c:v>
                      </c:pt>
                      <c:pt idx="34">
                        <c:v>97.702205619458638</c:v>
                      </c:pt>
                      <c:pt idx="35">
                        <c:v>97.649693387262104</c:v>
                      </c:pt>
                      <c:pt idx="36">
                        <c:v>97.598022660710697</c:v>
                      </c:pt>
                      <c:pt idx="37">
                        <c:v>97.548190395999697</c:v>
                      </c:pt>
                      <c:pt idx="38">
                        <c:v>97.499106366603712</c:v>
                      </c:pt>
                      <c:pt idx="39">
                        <c:v>97.4519592510633</c:v>
                      </c:pt>
                      <c:pt idx="40">
                        <c:v>97.404835971273897</c:v>
                      </c:pt>
                      <c:pt idx="41">
                        <c:v>97.358853698523006</c:v>
                      </c:pt>
                      <c:pt idx="42">
                        <c:v>97.310576975651088</c:v>
                      </c:pt>
                      <c:pt idx="43">
                        <c:v>97.26227123534315</c:v>
                      </c:pt>
                      <c:pt idx="44">
                        <c:v>97.215701359512479</c:v>
                      </c:pt>
                      <c:pt idx="45">
                        <c:v>97.170905692628182</c:v>
                      </c:pt>
                      <c:pt idx="46">
                        <c:v>97.125933848453613</c:v>
                      </c:pt>
                      <c:pt idx="47">
                        <c:v>97.081187925745382</c:v>
                      </c:pt>
                      <c:pt idx="48">
                        <c:v>97.036434748678133</c:v>
                      </c:pt>
                      <c:pt idx="49">
                        <c:v>96.990518801495327</c:v>
                      </c:pt>
                      <c:pt idx="50">
                        <c:v>96.864369643666308</c:v>
                      </c:pt>
                      <c:pt idx="51">
                        <c:v>96.742568955895024</c:v>
                      </c:pt>
                      <c:pt idx="52">
                        <c:v>96.617004292134794</c:v>
                      </c:pt>
                      <c:pt idx="53">
                        <c:v>96.497331204227322</c:v>
                      </c:pt>
                      <c:pt idx="54">
                        <c:v>96.378056069728402</c:v>
                      </c:pt>
                      <c:pt idx="55">
                        <c:v>96.263966765584343</c:v>
                      </c:pt>
                      <c:pt idx="56">
                        <c:v>96.152777132370119</c:v>
                      </c:pt>
                      <c:pt idx="57">
                        <c:v>96.039238123173803</c:v>
                      </c:pt>
                      <c:pt idx="58">
                        <c:v>95.934284129696834</c:v>
                      </c:pt>
                      <c:pt idx="59">
                        <c:v>95.823963983226747</c:v>
                      </c:pt>
                      <c:pt idx="60">
                        <c:v>95.715711329074438</c:v>
                      </c:pt>
                      <c:pt idx="61">
                        <c:v>95.610023609000493</c:v>
                      </c:pt>
                      <c:pt idx="62">
                        <c:v>95.504708970247066</c:v>
                      </c:pt>
                      <c:pt idx="63">
                        <c:v>95.402332346892507</c:v>
                      </c:pt>
                      <c:pt idx="64">
                        <c:v>95.298273748584734</c:v>
                      </c:pt>
                      <c:pt idx="65">
                        <c:v>95.197684806557547</c:v>
                      </c:pt>
                      <c:pt idx="66">
                        <c:v>95.09757361588801</c:v>
                      </c:pt>
                      <c:pt idx="67">
                        <c:v>95.001242982599436</c:v>
                      </c:pt>
                      <c:pt idx="68">
                        <c:v>94.90376201523938</c:v>
                      </c:pt>
                      <c:pt idx="69">
                        <c:v>94.810465776690847</c:v>
                      </c:pt>
                      <c:pt idx="70">
                        <c:v>94.711701824123082</c:v>
                      </c:pt>
                      <c:pt idx="71">
                        <c:v>94.616197151424615</c:v>
                      </c:pt>
                      <c:pt idx="72">
                        <c:v>94.520754658946274</c:v>
                      </c:pt>
                      <c:pt idx="73">
                        <c:v>94.428010788019478</c:v>
                      </c:pt>
                      <c:pt idx="74">
                        <c:v>94.333836772030779</c:v>
                      </c:pt>
                      <c:pt idx="75">
                        <c:v>94.241308459200255</c:v>
                      </c:pt>
                      <c:pt idx="76">
                        <c:v>94.150952308724627</c:v>
                      </c:pt>
                      <c:pt idx="77">
                        <c:v>94.062740339504842</c:v>
                      </c:pt>
                      <c:pt idx="78">
                        <c:v>93.975726375858628</c:v>
                      </c:pt>
                      <c:pt idx="79">
                        <c:v>93.882729638703481</c:v>
                      </c:pt>
                      <c:pt idx="80">
                        <c:v>93.791360986977523</c:v>
                      </c:pt>
                      <c:pt idx="81">
                        <c:v>93.696516460948928</c:v>
                      </c:pt>
                      <c:pt idx="82">
                        <c:v>93.603632684526971</c:v>
                      </c:pt>
                      <c:pt idx="83">
                        <c:v>93.512124127305796</c:v>
                      </c:pt>
                      <c:pt idx="84">
                        <c:v>93.417764606993842</c:v>
                      </c:pt>
                      <c:pt idx="85">
                        <c:v>93.330522649207339</c:v>
                      </c:pt>
                      <c:pt idx="86">
                        <c:v>93.237107231903664</c:v>
                      </c:pt>
                      <c:pt idx="87">
                        <c:v>93.146653665749909</c:v>
                      </c:pt>
                      <c:pt idx="88">
                        <c:v>93.050294015025301</c:v>
                      </c:pt>
                      <c:pt idx="89">
                        <c:v>92.955320983208566</c:v>
                      </c:pt>
                      <c:pt idx="90">
                        <c:v>92.863913987013547</c:v>
                      </c:pt>
                      <c:pt idx="91">
                        <c:v>92.775291628341193</c:v>
                      </c:pt>
                      <c:pt idx="92">
                        <c:v>92.688793760521676</c:v>
                      </c:pt>
                      <c:pt idx="93">
                        <c:v>92.597861406673289</c:v>
                      </c:pt>
                      <c:pt idx="94">
                        <c:v>92.51273357636957</c:v>
                      </c:pt>
                      <c:pt idx="95">
                        <c:v>92.428752971126372</c:v>
                      </c:pt>
                      <c:pt idx="96">
                        <c:v>92.344661477824019</c:v>
                      </c:pt>
                      <c:pt idx="97">
                        <c:v>92.257556316521715</c:v>
                      </c:pt>
                      <c:pt idx="98">
                        <c:v>92.170037656755824</c:v>
                      </c:pt>
                      <c:pt idx="99">
                        <c:v>92.089536034826224</c:v>
                      </c:pt>
                      <c:pt idx="100">
                        <c:v>92.010582700376702</c:v>
                      </c:pt>
                      <c:pt idx="101">
                        <c:v>91.927017666271055</c:v>
                      </c:pt>
                      <c:pt idx="102">
                        <c:v>91.846518117015464</c:v>
                      </c:pt>
                      <c:pt idx="103">
                        <c:v>91.763290928772278</c:v>
                      </c:pt>
                      <c:pt idx="104">
                        <c:v>91.68057776368174</c:v>
                      </c:pt>
                      <c:pt idx="105">
                        <c:v>91.599658497940609</c:v>
                      </c:pt>
                      <c:pt idx="106">
                        <c:v>91.519254291689151</c:v>
                      </c:pt>
                      <c:pt idx="107">
                        <c:v>91.437941217887484</c:v>
                      </c:pt>
                      <c:pt idx="108">
                        <c:v>91.355032185103724</c:v>
                      </c:pt>
                      <c:pt idx="109">
                        <c:v>91.273512880238783</c:v>
                      </c:pt>
                      <c:pt idx="110">
                        <c:v>91.193000894939189</c:v>
                      </c:pt>
                      <c:pt idx="111">
                        <c:v>91.110484633878926</c:v>
                      </c:pt>
                      <c:pt idx="112">
                        <c:v>91.02954567773476</c:v>
                      </c:pt>
                      <c:pt idx="113">
                        <c:v>90.953265056411752</c:v>
                      </c:pt>
                      <c:pt idx="114">
                        <c:v>90.87793268344501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5253-40F4-8B0F-C25A45BF8E8D}"/>
                  </c:ext>
                </c:extLst>
              </c15:ser>
            </c15:filteredScatterSeries>
            <c15:filteredScatterSeries>
              <c15:ser>
                <c:idx val="12"/>
                <c:order val="12"/>
                <c:tx>
                  <c:v>1-2-1-P3-CC2.04</c:v>
                </c:tx>
                <c:spPr>
                  <a:ln w="38100"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test'!$GN$75:$GN$144</c15:sqref>
                        </c15:formulaRef>
                      </c:ext>
                    </c:extLst>
                    <c:numCache>
                      <c:formatCode>General</c:formatCode>
                      <c:ptCount val="7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0.1666669999999999</c:v>
                      </c:pt>
                      <c:pt idx="3">
                        <c:v>0.3333339999999998</c:v>
                      </c:pt>
                      <c:pt idx="4">
                        <c:v>0.50000199999999984</c:v>
                      </c:pt>
                      <c:pt idx="5">
                        <c:v>0.66666899999999973</c:v>
                      </c:pt>
                      <c:pt idx="6">
                        <c:v>0.83333699999999977</c:v>
                      </c:pt>
                      <c:pt idx="7">
                        <c:v>1.0000049999999998</c:v>
                      </c:pt>
                      <c:pt idx="8">
                        <c:v>1.1666749999999997</c:v>
                      </c:pt>
                      <c:pt idx="9">
                        <c:v>1.3333419999999996</c:v>
                      </c:pt>
                      <c:pt idx="10">
                        <c:v>1.5000089999999999</c:v>
                      </c:pt>
                      <c:pt idx="11">
                        <c:v>1.6666759999999998</c:v>
                      </c:pt>
                      <c:pt idx="12">
                        <c:v>1.8333459999999997</c:v>
                      </c:pt>
                      <c:pt idx="13">
                        <c:v>2.0000140000000002</c:v>
                      </c:pt>
                      <c:pt idx="14">
                        <c:v>2.1666809999999996</c:v>
                      </c:pt>
                      <c:pt idx="15">
                        <c:v>2.3333490000000001</c:v>
                      </c:pt>
                      <c:pt idx="16">
                        <c:v>2.5000179999999999</c:v>
                      </c:pt>
                      <c:pt idx="17">
                        <c:v>2.6666859999999994</c:v>
                      </c:pt>
                      <c:pt idx="18">
                        <c:v>2.8333539999999999</c:v>
                      </c:pt>
                      <c:pt idx="19">
                        <c:v>3.0000209999999994</c:v>
                      </c:pt>
                      <c:pt idx="20">
                        <c:v>3.1666879999999997</c:v>
                      </c:pt>
                      <c:pt idx="21">
                        <c:v>3.3333560000000002</c:v>
                      </c:pt>
                      <c:pt idx="22">
                        <c:v>3.5000239999999998</c:v>
                      </c:pt>
                      <c:pt idx="23">
                        <c:v>3.6666919999999994</c:v>
                      </c:pt>
                      <c:pt idx="24">
                        <c:v>3.8333589999999997</c:v>
                      </c:pt>
                      <c:pt idx="25">
                        <c:v>4.0000260000000001</c:v>
                      </c:pt>
                      <c:pt idx="26">
                        <c:v>4.1666929999999995</c:v>
                      </c:pt>
                      <c:pt idx="27">
                        <c:v>4.3333620000000002</c:v>
                      </c:pt>
                      <c:pt idx="28">
                        <c:v>4.5000299999999998</c:v>
                      </c:pt>
                      <c:pt idx="29">
                        <c:v>4.6666989999999995</c:v>
                      </c:pt>
                      <c:pt idx="30">
                        <c:v>4.8333659999999998</c:v>
                      </c:pt>
                      <c:pt idx="31">
                        <c:v>5.0000339999999994</c:v>
                      </c:pt>
                      <c:pt idx="32">
                        <c:v>5.1667019999999999</c:v>
                      </c:pt>
                      <c:pt idx="33">
                        <c:v>5.3333699999999995</c:v>
                      </c:pt>
                      <c:pt idx="34">
                        <c:v>5.500038</c:v>
                      </c:pt>
                      <c:pt idx="35">
                        <c:v>5.6667059999999996</c:v>
                      </c:pt>
                      <c:pt idx="36">
                        <c:v>5.8333740000000001</c:v>
                      </c:pt>
                      <c:pt idx="37">
                        <c:v>6.0000420000000005</c:v>
                      </c:pt>
                      <c:pt idx="38">
                        <c:v>6.1667100000000001</c:v>
                      </c:pt>
                      <c:pt idx="39">
                        <c:v>6.3333779999999997</c:v>
                      </c:pt>
                      <c:pt idx="40">
                        <c:v>6.5000450000000001</c:v>
                      </c:pt>
                      <c:pt idx="41">
                        <c:v>6.6667139999999989</c:v>
                      </c:pt>
                      <c:pt idx="42">
                        <c:v>6.8333809999999993</c:v>
                      </c:pt>
                      <c:pt idx="43">
                        <c:v>7.0000479999999996</c:v>
                      </c:pt>
                      <c:pt idx="44">
                        <c:v>7.1667170000000002</c:v>
                      </c:pt>
                      <c:pt idx="45">
                        <c:v>7.3333859999999991</c:v>
                      </c:pt>
                      <c:pt idx="46">
                        <c:v>7.5000529999999994</c:v>
                      </c:pt>
                      <c:pt idx="47">
                        <c:v>7.666720999999999</c:v>
                      </c:pt>
                      <c:pt idx="48">
                        <c:v>7.8333890000000004</c:v>
                      </c:pt>
                      <c:pt idx="49">
                        <c:v>8.0000590000000003</c:v>
                      </c:pt>
                      <c:pt idx="50">
                        <c:v>8.5000610000000005</c:v>
                      </c:pt>
                      <c:pt idx="51">
                        <c:v>9.0000610000000005</c:v>
                      </c:pt>
                      <c:pt idx="52">
                        <c:v>9.5000610000000005</c:v>
                      </c:pt>
                      <c:pt idx="53">
                        <c:v>10.000062</c:v>
                      </c:pt>
                      <c:pt idx="54">
                        <c:v>10.500062</c:v>
                      </c:pt>
                      <c:pt idx="55">
                        <c:v>11.000064</c:v>
                      </c:pt>
                      <c:pt idx="56">
                        <c:v>11.500064</c:v>
                      </c:pt>
                      <c:pt idx="57">
                        <c:v>12.000064999999999</c:v>
                      </c:pt>
                      <c:pt idx="58">
                        <c:v>12.500064999999999</c:v>
                      </c:pt>
                      <c:pt idx="59">
                        <c:v>13.000064999999999</c:v>
                      </c:pt>
                      <c:pt idx="60">
                        <c:v>13.500066</c:v>
                      </c:pt>
                      <c:pt idx="61">
                        <c:v>14.000068000000001</c:v>
                      </c:pt>
                      <c:pt idx="62">
                        <c:v>14.500069999999999</c:v>
                      </c:pt>
                      <c:pt idx="63">
                        <c:v>15.000071</c:v>
                      </c:pt>
                      <c:pt idx="64">
                        <c:v>15.500072000000001</c:v>
                      </c:pt>
                      <c:pt idx="65">
                        <c:v>16.000073999999998</c:v>
                      </c:pt>
                      <c:pt idx="66">
                        <c:v>16.500075000000002</c:v>
                      </c:pt>
                      <c:pt idx="67">
                        <c:v>17.000076999999997</c:v>
                      </c:pt>
                      <c:pt idx="68">
                        <c:v>17.500078000000002</c:v>
                      </c:pt>
                      <c:pt idx="69">
                        <c:v>18.000078999999999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test'!$GO$75:$GO$144</c15:sqref>
                        </c15:formulaRef>
                      </c:ext>
                    </c:extLst>
                    <c:numCache>
                      <c:formatCode>General</c:formatCode>
                      <c:ptCount val="70"/>
                      <c:pt idx="0">
                        <c:v>0</c:v>
                      </c:pt>
                      <c:pt idx="1">
                        <c:v>100</c:v>
                      </c:pt>
                      <c:pt idx="2">
                        <c:v>99.734501134624225</c:v>
                      </c:pt>
                      <c:pt idx="3">
                        <c:v>99.483200069535883</c:v>
                      </c:pt>
                      <c:pt idx="4">
                        <c:v>99.242979509930166</c:v>
                      </c:pt>
                      <c:pt idx="5">
                        <c:v>99.012875160763983</c:v>
                      </c:pt>
                      <c:pt idx="6">
                        <c:v>98.79289479861032</c:v>
                      </c:pt>
                      <c:pt idx="7">
                        <c:v>98.580964300375527</c:v>
                      </c:pt>
                      <c:pt idx="8">
                        <c:v>98.3772414193961</c:v>
                      </c:pt>
                      <c:pt idx="9">
                        <c:v>98.181390652097193</c:v>
                      </c:pt>
                      <c:pt idx="10">
                        <c:v>97.991263442472871</c:v>
                      </c:pt>
                      <c:pt idx="11">
                        <c:v>97.808912805775961</c:v>
                      </c:pt>
                      <c:pt idx="12">
                        <c:v>97.634348740457384</c:v>
                      </c:pt>
                      <c:pt idx="13">
                        <c:v>97.462998621635776</c:v>
                      </c:pt>
                      <c:pt idx="14">
                        <c:v>97.29914734099421</c:v>
                      </c:pt>
                      <c:pt idx="15">
                        <c:v>97.138436684876297</c:v>
                      </c:pt>
                      <c:pt idx="16">
                        <c:v>96.982125347157321</c:v>
                      </c:pt>
                      <c:pt idx="17">
                        <c:v>96.828286959629267</c:v>
                      </c:pt>
                      <c:pt idx="18">
                        <c:v>96.678928989046412</c:v>
                      </c:pt>
                      <c:pt idx="19">
                        <c:v>96.531814004283618</c:v>
                      </c:pt>
                      <c:pt idx="20">
                        <c:v>96.389748237228659</c:v>
                      </c:pt>
                      <c:pt idx="21">
                        <c:v>96.247323636880083</c:v>
                      </c:pt>
                      <c:pt idx="22">
                        <c:v>96.109501656765559</c:v>
                      </c:pt>
                      <c:pt idx="23">
                        <c:v>95.973952657823759</c:v>
                      </c:pt>
                      <c:pt idx="24">
                        <c:v>95.839842324873572</c:v>
                      </c:pt>
                      <c:pt idx="25">
                        <c:v>95.711797718806764</c:v>
                      </c:pt>
                      <c:pt idx="26">
                        <c:v>95.584310804112746</c:v>
                      </c:pt>
                      <c:pt idx="27">
                        <c:v>95.459436817922366</c:v>
                      </c:pt>
                      <c:pt idx="28">
                        <c:v>95.336998009997217</c:v>
                      </c:pt>
                      <c:pt idx="29">
                        <c:v>95.215870110079834</c:v>
                      </c:pt>
                      <c:pt idx="30">
                        <c:v>95.099189298937958</c:v>
                      </c:pt>
                      <c:pt idx="31">
                        <c:v>94.981794154025749</c:v>
                      </c:pt>
                      <c:pt idx="32">
                        <c:v>94.86703304545793</c:v>
                      </c:pt>
                      <c:pt idx="33">
                        <c:v>94.753655055932228</c:v>
                      </c:pt>
                      <c:pt idx="34">
                        <c:v>94.642036793766081</c:v>
                      </c:pt>
                      <c:pt idx="35">
                        <c:v>94.532518206290362</c:v>
                      </c:pt>
                      <c:pt idx="36">
                        <c:v>94.424797118099832</c:v>
                      </c:pt>
                      <c:pt idx="37">
                        <c:v>94.317004929813976</c:v>
                      </c:pt>
                      <c:pt idx="38">
                        <c:v>94.211350188144181</c:v>
                      </c:pt>
                      <c:pt idx="39">
                        <c:v>94.108062857461306</c:v>
                      </c:pt>
                      <c:pt idx="40">
                        <c:v>94.005522077779432</c:v>
                      </c:pt>
                      <c:pt idx="41">
                        <c:v>93.903854496143396</c:v>
                      </c:pt>
                      <c:pt idx="42">
                        <c:v>93.80469652568496</c:v>
                      </c:pt>
                      <c:pt idx="43">
                        <c:v>93.704386511494263</c:v>
                      </c:pt>
                      <c:pt idx="44">
                        <c:v>93.605347411507722</c:v>
                      </c:pt>
                      <c:pt idx="45">
                        <c:v>93.509298959281239</c:v>
                      </c:pt>
                      <c:pt idx="46">
                        <c:v>93.413723767064354</c:v>
                      </c:pt>
                      <c:pt idx="47">
                        <c:v>93.318080807569103</c:v>
                      </c:pt>
                      <c:pt idx="48">
                        <c:v>93.224538633703233</c:v>
                      </c:pt>
                      <c:pt idx="49">
                        <c:v>93.131654135719231</c:v>
                      </c:pt>
                      <c:pt idx="50">
                        <c:v>92.860787213145557</c:v>
                      </c:pt>
                      <c:pt idx="51">
                        <c:v>92.593623050224309</c:v>
                      </c:pt>
                      <c:pt idx="52">
                        <c:v>92.331868049243582</c:v>
                      </c:pt>
                      <c:pt idx="53">
                        <c:v>92.076230989278727</c:v>
                      </c:pt>
                      <c:pt idx="54">
                        <c:v>91.828969298356725</c:v>
                      </c:pt>
                      <c:pt idx="55">
                        <c:v>91.584304982792446</c:v>
                      </c:pt>
                      <c:pt idx="56">
                        <c:v>91.347840507910632</c:v>
                      </c:pt>
                      <c:pt idx="57">
                        <c:v>91.112638059721064</c:v>
                      </c:pt>
                      <c:pt idx="58">
                        <c:v>90.883881279549314</c:v>
                      </c:pt>
                      <c:pt idx="59">
                        <c:v>90.655944372351911</c:v>
                      </c:pt>
                      <c:pt idx="60">
                        <c:v>90.431720223257855</c:v>
                      </c:pt>
                      <c:pt idx="61">
                        <c:v>90.211013307004961</c:v>
                      </c:pt>
                      <c:pt idx="62">
                        <c:v>89.994459080695307</c:v>
                      </c:pt>
                      <c:pt idx="63">
                        <c:v>89.781975334843693</c:v>
                      </c:pt>
                      <c:pt idx="64">
                        <c:v>89.569460482700336</c:v>
                      </c:pt>
                      <c:pt idx="65">
                        <c:v>89.363400186086722</c:v>
                      </c:pt>
                      <c:pt idx="66">
                        <c:v>89.159388460970007</c:v>
                      </c:pt>
                      <c:pt idx="67">
                        <c:v>88.95792634083449</c:v>
                      </c:pt>
                      <c:pt idx="68">
                        <c:v>88.757382967243387</c:v>
                      </c:pt>
                      <c:pt idx="69">
                        <c:v>88.558104953161475</c:v>
                      </c:pt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5253-40F4-8B0F-C25A45BF8E8D}"/>
                  </c:ext>
                </c:extLst>
              </c15:ser>
            </c15:filteredScatterSeries>
          </c:ext>
        </c:extLst>
      </c:scatterChart>
      <c:valAx>
        <c:axId val="1291140672"/>
        <c:scaling>
          <c:orientation val="minMax"/>
          <c:max val="2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altLang="zh-CN" sz="1000"/>
                </a:pPr>
                <a:r>
                  <a:rPr lang="en-GB"/>
                  <a:t>Time (h)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zh-CN"/>
          </a:p>
        </c:txPr>
        <c:crossAx val="1291132512"/>
        <c:crosses val="autoZero"/>
        <c:crossBetween val="midCat"/>
      </c:valAx>
      <c:valAx>
        <c:axId val="1291132512"/>
        <c:scaling>
          <c:orientation val="minMax"/>
          <c:max val="100"/>
          <c:min val="95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altLang="zh-CN" sz="1000"/>
                </a:pPr>
                <a:r>
                  <a:rPr lang="en-GB"/>
                  <a:t>Relative Luminance</a:t>
                </a:r>
                <a:r>
                  <a:rPr lang="zh-CN"/>
                  <a:t>（</a:t>
                </a:r>
                <a:r>
                  <a:rPr lang="en-GB"/>
                  <a:t>%</a:t>
                </a:r>
                <a:r>
                  <a:rPr lang="zh-CN"/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zh-CN"/>
          </a:p>
        </c:txPr>
        <c:crossAx val="129114067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39070291825139486"/>
          <c:y val="0.26948966567206567"/>
          <c:w val="0.57569922777845872"/>
          <c:h val="0.47826917964409016"/>
        </c:manualLayout>
      </c:layout>
      <c:overlay val="0"/>
      <c:txPr>
        <a:bodyPr/>
        <a:lstStyle/>
        <a:p>
          <a:pPr>
            <a:defRPr sz="1050"/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D77DE-0F34-4FFC-BA0A-C8ADBD60D85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7DFDA-C820-4B90-B82A-CF15F1F449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2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439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03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37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89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59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31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33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16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035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192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形状 13"/>
          <p:cNvSpPr/>
          <p:nvPr userDrawn="1"/>
        </p:nvSpPr>
        <p:spPr>
          <a:xfrm>
            <a:off x="3" y="224141"/>
            <a:ext cx="279556" cy="573604"/>
          </a:xfrm>
          <a:custGeom>
            <a:avLst/>
            <a:gdLst>
              <a:gd name="connsiteX0" fmla="*/ 0 w 573604"/>
              <a:gd name="connsiteY0" fmla="*/ 0 h 1147208"/>
              <a:gd name="connsiteX1" fmla="*/ 573604 w 573604"/>
              <a:gd name="connsiteY1" fmla="*/ 573604 h 1147208"/>
              <a:gd name="connsiteX2" fmla="*/ 0 w 573604"/>
              <a:gd name="connsiteY2" fmla="*/ 1147208 h 114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604" h="1147208">
                <a:moveTo>
                  <a:pt x="0" y="0"/>
                </a:moveTo>
                <a:cubicBezTo>
                  <a:pt x="316793" y="0"/>
                  <a:pt x="573604" y="256811"/>
                  <a:pt x="573604" y="573604"/>
                </a:cubicBezTo>
                <a:cubicBezTo>
                  <a:pt x="573604" y="890397"/>
                  <a:pt x="316793" y="1147208"/>
                  <a:pt x="0" y="1147208"/>
                </a:cubicBezTo>
                <a:close/>
              </a:path>
            </a:pathLst>
          </a:custGeom>
          <a:solidFill>
            <a:srgbClr val="DC3E3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noAutofit/>
          </a:bodyPr>
          <a:lstStyle/>
          <a:p>
            <a:endParaRPr lang="zh-CN" altLang="en-US" sz="160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 Medium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36007" y="303614"/>
            <a:ext cx="5760834" cy="280569"/>
          </a:xfrm>
        </p:spPr>
        <p:txBody>
          <a:bodyPr/>
          <a:lstStyle>
            <a:lvl1pPr>
              <a:defRPr sz="2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21" name="幻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8610170" y="6490068"/>
            <a:ext cx="3245824" cy="23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2E6D20B-5538-E34D-91FE-E40835CF0C83}" type="slidenum">
              <a:rPr kumimoji="1" lang="zh-CN" altLang="en-US" smtClean="0">
                <a:solidFill>
                  <a:prstClr val="black"/>
                </a:solidFill>
              </a:rPr>
              <a:pPr/>
              <a:t>‹#›</a:t>
            </a:fld>
            <a:endParaRPr kumimoji="1" lang="zh-CN" altLang="en-US" dirty="0">
              <a:solidFill>
                <a:prstClr val="black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6545" y="97013"/>
            <a:ext cx="1322636" cy="62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0844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0852" y="277706"/>
            <a:ext cx="1634576" cy="265223"/>
          </a:xfrm>
          <a:prstGeom prst="rect">
            <a:avLst/>
          </a:prstGeom>
        </p:spPr>
      </p:pic>
      <p:grpSp>
        <p:nvGrpSpPr>
          <p:cNvPr id="8" name="组合 12"/>
          <p:cNvGrpSpPr/>
          <p:nvPr userDrawn="1"/>
        </p:nvGrpSpPr>
        <p:grpSpPr>
          <a:xfrm>
            <a:off x="0" y="2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幻灯片编号占位符 22"/>
          <p:cNvSpPr txBox="1"/>
          <p:nvPr userDrawn="1"/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E292F-1EBE-6D4A-B339-A324D614A372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 userDrawn="1"/>
        </p:nvGraphicFramePr>
        <p:xfrm>
          <a:off x="8563543" y="6473115"/>
          <a:ext cx="3121887" cy="384887"/>
        </p:xfrm>
        <a:graphic>
          <a:graphicData uri="http://schemas.openxmlformats.org/drawingml/2006/table">
            <a:tbl>
              <a:tblPr/>
              <a:tblGrid>
                <a:gridCol w="741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9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887">
                <a:tc>
                  <a:txBody>
                    <a:bodyPr/>
                    <a:lstStyle>
                      <a:lvl1pPr marL="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2354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84772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27127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69481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11836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54254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296608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38963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机密等级</a:t>
                      </a:r>
                      <a:endParaRPr lang="zh-CN" altLang="en-US" sz="12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856" marR="31856" marT="2867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2354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84772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27127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69481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11836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54254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296608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38963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〇一般</a:t>
                      </a:r>
                      <a:endParaRPr lang="zh-CN" altLang="en-US" sz="12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856" marR="31856" marT="2867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2354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84772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27127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69481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11836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54254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296608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38963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〇秘密</a:t>
                      </a:r>
                      <a:endParaRPr lang="zh-CN" altLang="en-US" sz="12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856" marR="31856" marT="2867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2354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84772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27127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69481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11836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54254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296608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38963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●机密</a:t>
                      </a:r>
                      <a:endParaRPr lang="zh-CN" altLang="en-US" sz="12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856" marR="31856" marT="2867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42354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84772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127127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169481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211836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254254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2966085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3389630" algn="l" defTabSz="847725" rtl="0" eaLnBrk="1" latinLnBrk="0" hangingPunct="1">
                        <a:defRPr sz="1660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marR="0" lvl="0" indent="0" algn="ctr" defTabSz="9575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〇绝密</a:t>
                      </a:r>
                      <a:endParaRPr lang="zh-CN" altLang="en-US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856" marR="31856" marT="2867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903310" y="2"/>
            <a:ext cx="4594185" cy="59894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735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3433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4"/>
            <a:ext cx="9525024" cy="642942"/>
          </a:xfrm>
          <a:prstGeom prst="rect">
            <a:avLst/>
          </a:prstGeom>
        </p:spPr>
        <p:txBody>
          <a:bodyPr lIns="180000" rIns="0" anchor="b"/>
          <a:lstStyle>
            <a:lvl1pPr algn="l">
              <a:defRPr lang="zh-CN" altLang="en-US" sz="3200" b="1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459" y="1285860"/>
            <a:ext cx="11525331" cy="5286412"/>
          </a:xfrm>
          <a:prstGeom prst="rect">
            <a:avLst/>
          </a:prstGeom>
        </p:spPr>
        <p:txBody>
          <a:bodyPr/>
          <a:lstStyle>
            <a:lvl1pPr marL="263525" indent="-263525">
              <a:buSzPct val="100000"/>
              <a:buFont typeface="Wingdings" panose="05000000000000000000" pitchFamily="2" charset="2"/>
              <a:buChar char="p"/>
              <a:defRPr lang="zh-CN" altLang="en-US" sz="1800" b="1" kern="120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22300" indent="-268605">
              <a:buSzPct val="100000"/>
              <a:buFont typeface="Wingdings" panose="05000000000000000000" pitchFamily="2" charset="2"/>
              <a:buChar char=""/>
              <a:defRPr lang="zh-CN" altLang="en-US" sz="1800" kern="1200" smtClean="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901700" indent="-279400">
              <a:buSzPct val="100000"/>
              <a:buFont typeface="Arial" panose="020B0604020202020204" pitchFamily="34" charset="0"/>
              <a:buChar char="–"/>
              <a:defRPr lang="zh-CN" altLang="en-US" sz="1800" kern="1200" smtClean="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170305" indent="-268605">
              <a:buSzPct val="100000"/>
              <a:buFont typeface="Wingdings" panose="05000000000000000000" pitchFamily="2" charset="2"/>
              <a:buChar char=""/>
              <a:defRPr lang="zh-CN" altLang="en-US" sz="1800" kern="1200" smtClean="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1438275" indent="-268605">
              <a:buSzPct val="100000"/>
              <a:defRPr lang="zh-CN" altLang="en-US" sz="1800" kern="1200" smtClean="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0"/>
          </p:nvPr>
        </p:nvSpPr>
        <p:spPr>
          <a:xfrm>
            <a:off x="190459" y="795318"/>
            <a:ext cx="11525331" cy="419104"/>
          </a:xfrm>
          <a:prstGeom prst="rect">
            <a:avLst/>
          </a:prstGeom>
          <a:noFill/>
        </p:spPr>
        <p:txBody>
          <a:bodyPr/>
          <a:lstStyle>
            <a:lvl1pPr marL="263525" indent="-263525">
              <a:buSzPct val="90000"/>
              <a:buFont typeface="Wingdings" panose="05000000000000000000" pitchFamily="2" charset="2"/>
              <a:buNone/>
              <a:defRPr lang="zh-CN" altLang="en-US" sz="2000" b="1" u="heavy" kern="1200" baseline="0" smtClean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74955">
              <a:buSzPct val="110000"/>
              <a:buFont typeface="Wingdings" panose="05000000000000000000" pitchFamily="2" charset="2"/>
              <a:buChar char=""/>
              <a:defRPr lang="zh-CN" altLang="en-US" sz="1800" kern="1200" smtClean="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803275" indent="-265430">
              <a:buFont typeface="Arial" panose="020B0604020202020204" pitchFamily="34" charset="0"/>
              <a:buChar char="–"/>
              <a:defRPr lang="zh-CN" altLang="en-US" sz="1800" kern="1200" smtClean="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076325" indent="-273050">
              <a:buFont typeface="Wingdings" panose="05000000000000000000" pitchFamily="2" charset="2"/>
              <a:buChar char=""/>
              <a:defRPr lang="zh-CN" altLang="en-US" sz="1800" kern="1200" smtClean="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1341755" indent="-265430">
              <a:defRPr lang="zh-CN" altLang="en-US" sz="1800" kern="1200" smtClean="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16948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8595" y="324000"/>
            <a:ext cx="1329405" cy="216000"/>
          </a:xfrm>
          <a:prstGeom prst="rect">
            <a:avLst/>
          </a:prstGeom>
        </p:spPr>
      </p:pic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22559" y="96837"/>
            <a:ext cx="10515600" cy="536575"/>
          </a:xfrm>
        </p:spPr>
        <p:txBody>
          <a:bodyPr>
            <a:normAutofit/>
          </a:bodyPr>
          <a:lstStyle>
            <a:lvl1pPr>
              <a:defRPr sz="2800" b="1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96896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061252" cy="593367"/>
            <a:chOff x="0" y="0"/>
            <a:chExt cx="3061252" cy="593367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884583" cy="593367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969562" y="593367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 descr="01_TCL华星奥运版本logo_标准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0145" y="216535"/>
            <a:ext cx="1895475" cy="48069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21028A-2D1F-6D1C-B964-3AF4CCA14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83" y="112677"/>
            <a:ext cx="7987748" cy="480690"/>
          </a:xfrm>
        </p:spPr>
        <p:txBody>
          <a:bodyPr>
            <a:normAutofit/>
          </a:bodyPr>
          <a:lstStyle>
            <a:lvl1pPr>
              <a:defRPr sz="22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9152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 userDrawn="1"/>
        </p:nvSpPr>
        <p:spPr>
          <a:xfrm>
            <a:off x="2206734" y="6423211"/>
            <a:ext cx="7844118" cy="43088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版权属于</a:t>
            </a: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TCL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华星所有，禁止任何未经授权的使用</a:t>
            </a:r>
          </a:p>
          <a:p>
            <a:pPr algn="ctr"/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copyright belongs to TCL CSOT, Any unauthorized use is prohibited.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 userDrawn="1"/>
        </p:nvGraphicFramePr>
        <p:xfrm>
          <a:off x="8723389" y="6519662"/>
          <a:ext cx="3060651" cy="34012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2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12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机密等级</a:t>
                      </a:r>
                    </a:p>
                  </a:txBody>
                  <a:tcPr marL="10079" marR="10079" marT="907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●</a:t>
                      </a:r>
                      <a:r>
                        <a:rPr lang="zh-CN" altLang="en-US" sz="8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一般        〇秘密          〇机密         〇绝密</a:t>
                      </a:r>
                      <a:endParaRPr lang="zh-CN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907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3614418"/>
                  </a:ext>
                </a:extLst>
              </a:tr>
            </a:tbl>
          </a:graphicData>
        </a:graphic>
      </p:graphicFrame>
      <p:pic>
        <p:nvPicPr>
          <p:cNvPr id="11" name="图片 10" descr="01_TCL华星奥运版本logo_标准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0145" y="216535"/>
            <a:ext cx="1895475" cy="48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67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 userDrawn="1"/>
        </p:nvSpPr>
        <p:spPr>
          <a:xfrm>
            <a:off x="2206734" y="6423211"/>
            <a:ext cx="7844118" cy="43088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版权属于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TCL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华星所有，禁止任何未经授权的使用</a:t>
            </a:r>
          </a:p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copyright belongs to TCL CSOT, Any unauthorized use is prohibited.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 userDrawn="1"/>
        </p:nvGraphicFramePr>
        <p:xfrm>
          <a:off x="8723389" y="6519662"/>
          <a:ext cx="3060651" cy="34012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2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12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机密等级</a:t>
                      </a:r>
                    </a:p>
                  </a:txBody>
                  <a:tcPr marL="10079" marR="10079" marT="907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〇一般        〇秘密         </a:t>
                      </a:r>
                      <a:r>
                        <a:rPr lang="zh-CN" alt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●</a:t>
                      </a:r>
                      <a:r>
                        <a:rPr lang="zh-CN" altLang="en-US" sz="8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机密         〇绝密</a:t>
                      </a:r>
                      <a:endParaRPr lang="zh-CN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907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3614418"/>
                  </a:ext>
                </a:extLst>
              </a:tr>
            </a:tbl>
          </a:graphicData>
        </a:graphic>
      </p:graphicFrame>
      <p:pic>
        <p:nvPicPr>
          <p:cNvPr id="11" name="图片 10" descr="01_TCL华星奥运版本logo_标准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0145" y="216535"/>
            <a:ext cx="1895475" cy="48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39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1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-3779" y="1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93413" y="269875"/>
            <a:ext cx="854075" cy="27305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91728" y="2"/>
            <a:ext cx="8947517" cy="593368"/>
          </a:xfrm>
        </p:spPr>
        <p:txBody>
          <a:bodyPr>
            <a:normAutofit/>
          </a:bodyPr>
          <a:lstStyle>
            <a:lvl1pPr>
              <a:defRPr sz="2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20096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061252" cy="593367"/>
            <a:chOff x="0" y="0"/>
            <a:chExt cx="3061252" cy="593367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884583" cy="593367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969562" y="593367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 descr="01_TCL华星奥运版本logo_标准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0145" y="216535"/>
            <a:ext cx="1895475" cy="48069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21028A-2D1F-6D1C-B964-3AF4CCA14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83" y="112677"/>
            <a:ext cx="7987748" cy="480690"/>
          </a:xfrm>
        </p:spPr>
        <p:txBody>
          <a:bodyPr>
            <a:normAutofit/>
          </a:bodyPr>
          <a:lstStyle>
            <a:lvl1pPr>
              <a:defRPr sz="22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457548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1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kumimoji="1"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1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93413" y="269875"/>
            <a:ext cx="854075" cy="27305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15918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2C8F7-3FFD-424E-9131-2C5B5015505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2026/6/5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F028E-1E33-4EFA-A7B7-76DBC96711D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03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  <p:sldLayoutId id="2147483680" r:id="rId19"/>
    <p:sldLayoutId id="2147483681" r:id="rId20"/>
    <p:sldLayoutId id="2147483682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动作按钮: 转到主页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72D47DB-7A8D-42E9-35F2-D6C59D1D6472}"/>
              </a:ext>
            </a:extLst>
          </p:cNvPr>
          <p:cNvSpPr/>
          <p:nvPr/>
        </p:nvSpPr>
        <p:spPr>
          <a:xfrm>
            <a:off x="9388955" y="112677"/>
            <a:ext cx="552450" cy="536575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D802E2F-0043-19C1-533F-BE31341F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8086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FE292F-1EBE-6D4A-B339-A324D614A37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664DEAD3-4094-D270-47B8-35DED1182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41" y="112677"/>
            <a:ext cx="7987748" cy="480690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161ppi-EML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不同厚度验证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@BM2216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6EF017-6371-5F68-BD98-F1A157AC1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46250"/>
              </p:ext>
            </p:extLst>
          </p:nvPr>
        </p:nvGraphicFramePr>
        <p:xfrm>
          <a:off x="208595" y="3595835"/>
          <a:ext cx="11777988" cy="3262165"/>
        </p:xfrm>
        <a:graphic>
          <a:graphicData uri="http://schemas.openxmlformats.org/drawingml/2006/table">
            <a:tbl>
              <a:tblPr/>
              <a:tblGrid>
                <a:gridCol w="488980">
                  <a:extLst>
                    <a:ext uri="{9D8B030D-6E8A-4147-A177-3AD203B41FA5}">
                      <a16:colId xmlns:a16="http://schemas.microsoft.com/office/drawing/2014/main" val="3455560589"/>
                    </a:ext>
                  </a:extLst>
                </a:gridCol>
                <a:gridCol w="517887">
                  <a:extLst>
                    <a:ext uri="{9D8B030D-6E8A-4147-A177-3AD203B41FA5}">
                      <a16:colId xmlns:a16="http://schemas.microsoft.com/office/drawing/2014/main" val="112871461"/>
                    </a:ext>
                  </a:extLst>
                </a:gridCol>
                <a:gridCol w="634194">
                  <a:extLst>
                    <a:ext uri="{9D8B030D-6E8A-4147-A177-3AD203B41FA5}">
                      <a16:colId xmlns:a16="http://schemas.microsoft.com/office/drawing/2014/main" val="4196604905"/>
                    </a:ext>
                  </a:extLst>
                </a:gridCol>
                <a:gridCol w="772751">
                  <a:extLst>
                    <a:ext uri="{9D8B030D-6E8A-4147-A177-3AD203B41FA5}">
                      <a16:colId xmlns:a16="http://schemas.microsoft.com/office/drawing/2014/main" val="1274078247"/>
                    </a:ext>
                  </a:extLst>
                </a:gridCol>
                <a:gridCol w="736135">
                  <a:extLst>
                    <a:ext uri="{9D8B030D-6E8A-4147-A177-3AD203B41FA5}">
                      <a16:colId xmlns:a16="http://schemas.microsoft.com/office/drawing/2014/main" val="759347950"/>
                    </a:ext>
                  </a:extLst>
                </a:gridCol>
                <a:gridCol w="698865">
                  <a:extLst>
                    <a:ext uri="{9D8B030D-6E8A-4147-A177-3AD203B41FA5}">
                      <a16:colId xmlns:a16="http://schemas.microsoft.com/office/drawing/2014/main" val="3145526672"/>
                    </a:ext>
                  </a:extLst>
                </a:gridCol>
                <a:gridCol w="500680">
                  <a:extLst>
                    <a:ext uri="{9D8B030D-6E8A-4147-A177-3AD203B41FA5}">
                      <a16:colId xmlns:a16="http://schemas.microsoft.com/office/drawing/2014/main" val="873991500"/>
                    </a:ext>
                  </a:extLst>
                </a:gridCol>
                <a:gridCol w="556432">
                  <a:extLst>
                    <a:ext uri="{9D8B030D-6E8A-4147-A177-3AD203B41FA5}">
                      <a16:colId xmlns:a16="http://schemas.microsoft.com/office/drawing/2014/main" val="1040487059"/>
                    </a:ext>
                  </a:extLst>
                </a:gridCol>
                <a:gridCol w="556432">
                  <a:extLst>
                    <a:ext uri="{9D8B030D-6E8A-4147-A177-3AD203B41FA5}">
                      <a16:colId xmlns:a16="http://schemas.microsoft.com/office/drawing/2014/main" val="958980191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3309522339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2139790766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728128627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4166865958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827006671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2630844926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2740273791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2159669423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1597712568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376196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752385037"/>
                    </a:ext>
                  </a:extLst>
                </a:gridCol>
                <a:gridCol w="520024">
                  <a:extLst>
                    <a:ext uri="{9D8B030D-6E8A-4147-A177-3AD203B41FA5}">
                      <a16:colId xmlns:a16="http://schemas.microsoft.com/office/drawing/2014/main" val="3858748114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1211953003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89895061"/>
                    </a:ext>
                  </a:extLst>
                </a:gridCol>
                <a:gridCol w="413972">
                  <a:extLst>
                    <a:ext uri="{9D8B030D-6E8A-4147-A177-3AD203B41FA5}">
                      <a16:colId xmlns:a16="http://schemas.microsoft.com/office/drawing/2014/main" val="3024809879"/>
                    </a:ext>
                  </a:extLst>
                </a:gridCol>
              </a:tblGrid>
              <a:tr h="2474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Date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HIL</a:t>
                      </a:r>
                    </a:p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PFA136</a:t>
                      </a:r>
                    </a:p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H4-3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0.36%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HTL</a:t>
                      </a:r>
                    </a:p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PFB265</a:t>
                      </a:r>
                    </a:p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H4-1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1.7%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EML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BM2216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1.0%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1108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上机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ETL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EIL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Cathode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CPL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J10（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拟合）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@1000 nit（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拟合）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LT95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RGB /1000/3000/200 CE(cd/A)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RGB /1000/3000/200 EQE/(%)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RGB /1000/3000/200nits 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电压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328564"/>
                  </a:ext>
                </a:extLst>
              </a:tr>
              <a:tr h="51745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 Voltage(V)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CIEx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CIEy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 J(mA/cm2)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 Voltage(V)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 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 EQE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 WP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FWHM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CE/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CIEy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J50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  <a:cs typeface="72" panose="020B0503030000000003" pitchFamily="34" charset="0"/>
                        </a:rPr>
                        <a:t>@1000nit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RGB /1000/3000/200 CE(cd/A)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RGB /1000/3000/200 EQE/(%)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RGB /1000/3000/200nits 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电压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64202"/>
                  </a:ext>
                </a:extLst>
              </a:tr>
              <a:tr h="29228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</a:rPr>
                        <a:t>1112-4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</a:rPr>
                        <a:t>UV 4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</a:rPr>
                        <a:t>min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5-2-P3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1200D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~10nm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1394D</a:t>
                      </a:r>
                    </a:p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~56nm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997D</a:t>
                      </a:r>
                    </a:p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~20nm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ETL1035:LiQ=4:6</a:t>
                      </a:r>
                      <a:b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</a:b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40nm</a:t>
                      </a: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Yb 2nm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SPT Ag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18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nm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SPT IZO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+mn-ea"/>
                        </a:rPr>
                        <a:t>65nm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15.85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3.72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13.64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462.38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141.78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59.99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146.0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655072"/>
                  </a:ext>
                </a:extLst>
              </a:tr>
              <a:tr h="292280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5-3-P3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006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15.49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3.70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6.47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13.77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463.00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14.60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142.06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59.53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145.9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81853"/>
                  </a:ext>
                </a:extLst>
              </a:tr>
              <a:tr h="2922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3-1-P3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1270D</a:t>
                      </a:r>
                    </a:p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~51nm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1247D</a:t>
                      </a:r>
                    </a:p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~25nm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15.56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3.81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6.43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13.37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464.00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135.96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66.36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141.2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449422"/>
                  </a:ext>
                </a:extLst>
              </a:tr>
              <a:tr h="292280"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3-2-P3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15.72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3.79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13.55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463.00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14.60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139.56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66.30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144.7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300653"/>
                  </a:ext>
                </a:extLst>
              </a:tr>
              <a:tr h="29228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</a:rPr>
                        <a:t>1112-5</a:t>
                      </a:r>
                    </a:p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</a:rPr>
                        <a:t>UV 4min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2-1-P4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1064D</a:t>
                      </a:r>
                    </a:p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~43nm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1496D</a:t>
                      </a:r>
                    </a:p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~30nm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3.82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16.26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4.07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6.16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463.00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14.80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133.10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61.58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139.5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975403"/>
                  </a:ext>
                </a:extLst>
              </a:tr>
              <a:tr h="292280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2-2-P4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16.08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4.02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6.22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13.19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463.00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14.70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135.29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63.72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140.7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642191"/>
                  </a:ext>
                </a:extLst>
              </a:tr>
              <a:tr h="292280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5-1-P3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00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940D</a:t>
                      </a:r>
                    </a:p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~38nm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1748D</a:t>
                      </a:r>
                    </a:p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72" panose="020B0503030000000003" pitchFamily="34" charset="0"/>
                          <a:ea typeface="微软雅黑" panose="020B0503020204020204" pitchFamily="34" charset="-122"/>
                          <a:cs typeface="72" panose="020B0503030000000003" pitchFamily="34" charset="0"/>
                        </a:rPr>
                        <a:t>~35nm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17.54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5.71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12.47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463.00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129.99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52.01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137.0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100024"/>
                  </a:ext>
                </a:extLst>
              </a:tr>
              <a:tr h="292280"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5-3-P3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9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微软雅黑" panose="020B0503020204020204" pitchFamily="34" charset="-122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72" panose="020B0503030000000003" pitchFamily="34" charset="0"/>
                        <a:ea typeface="+mn-ea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72" panose="020B0503030000000003" pitchFamily="34" charset="0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3.84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4.11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5.99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463.00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14.40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134.55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58.75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141.5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529253"/>
                  </a:ext>
                </a:extLst>
              </a:tr>
            </a:tbl>
          </a:graphicData>
        </a:graphic>
      </p:graphicFrame>
      <p:sp>
        <p:nvSpPr>
          <p:cNvPr id="7" name="文本框 5">
            <a:extLst>
              <a:ext uri="{FF2B5EF4-FFF2-40B4-BE49-F238E27FC236}">
                <a16:creationId xmlns:a16="http://schemas.microsoft.com/office/drawing/2014/main" id="{94DE9B5F-2528-095C-6ED1-4F1DDA77B155}"/>
              </a:ext>
            </a:extLst>
          </p:cNvPr>
          <p:cNvSpPr txBox="1"/>
          <p:nvPr/>
        </p:nvSpPr>
        <p:spPr>
          <a:xfrm>
            <a:off x="132864" y="728013"/>
            <a:ext cx="11929450" cy="82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实验目的：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161ppi  EML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不同厚度验证；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实验结果：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）相近光色下，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EML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厚度由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20nm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25nm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30nm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35nm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，器件的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BI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值持续下降（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140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135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134@CIEy 0.046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），器件的电压持续升高（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+0.1/+0.2/+0.1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20nm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30nm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器件寿命由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15h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17h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，继续加厚至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35nm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，器件寿命降至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16h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60B1C45F-D69A-EB27-F4A1-5C90EB64A382}"/>
              </a:ext>
            </a:extLst>
          </p:cNvPr>
          <p:cNvGraphicFramePr>
            <a:graphicFrameLocks/>
          </p:cNvGraphicFramePr>
          <p:nvPr/>
        </p:nvGraphicFramePr>
        <p:xfrm>
          <a:off x="6286715" y="1355935"/>
          <a:ext cx="2253082" cy="2100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07CD22D2-4BC9-4D23-AD5B-28C29D65082C}"/>
              </a:ext>
            </a:extLst>
          </p:cNvPr>
          <p:cNvGraphicFramePr>
            <a:graphicFrameLocks/>
          </p:cNvGraphicFramePr>
          <p:nvPr/>
        </p:nvGraphicFramePr>
        <p:xfrm>
          <a:off x="8397777" y="1328857"/>
          <a:ext cx="2050513" cy="2100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J-V curves">
            <a:extLst>
              <a:ext uri="{FF2B5EF4-FFF2-40B4-BE49-F238E27FC236}">
                <a16:creationId xmlns:a16="http://schemas.microsoft.com/office/drawing/2014/main" id="{CB0E057D-DBF7-282D-67DE-E75CA58F579A}"/>
              </a:ext>
            </a:extLst>
          </p:cNvPr>
          <p:cNvGraphicFramePr>
            <a:graphicFrameLocks/>
          </p:cNvGraphicFramePr>
          <p:nvPr/>
        </p:nvGraphicFramePr>
        <p:xfrm>
          <a:off x="28595" y="1501521"/>
          <a:ext cx="2253082" cy="2216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E-L curves">
            <a:extLst>
              <a:ext uri="{FF2B5EF4-FFF2-40B4-BE49-F238E27FC236}">
                <a16:creationId xmlns:a16="http://schemas.microsoft.com/office/drawing/2014/main" id="{E225C570-2742-72F8-45D9-45F3E08F66E0}"/>
              </a:ext>
            </a:extLst>
          </p:cNvPr>
          <p:cNvGraphicFramePr>
            <a:graphicFrameLocks/>
          </p:cNvGraphicFramePr>
          <p:nvPr/>
        </p:nvGraphicFramePr>
        <p:xfrm>
          <a:off x="2005445" y="1598037"/>
          <a:ext cx="2280308" cy="2034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EL-spectrum">
            <a:extLst>
              <a:ext uri="{FF2B5EF4-FFF2-40B4-BE49-F238E27FC236}">
                <a16:creationId xmlns:a16="http://schemas.microsoft.com/office/drawing/2014/main" id="{09231E15-CF39-DD1D-4896-9D455DE58C76}"/>
              </a:ext>
            </a:extLst>
          </p:cNvPr>
          <p:cNvGraphicFramePr>
            <a:graphicFrameLocks/>
          </p:cNvGraphicFramePr>
          <p:nvPr/>
        </p:nvGraphicFramePr>
        <p:xfrm>
          <a:off x="3950189" y="1501521"/>
          <a:ext cx="2446626" cy="2216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Aging：Luminance vs Time @44mA/cm2 ">
            <a:extLst>
              <a:ext uri="{FF2B5EF4-FFF2-40B4-BE49-F238E27FC236}">
                <a16:creationId xmlns:a16="http://schemas.microsoft.com/office/drawing/2014/main" id="{1676CF96-8648-5458-7184-1B2DAD8DA2EA}"/>
              </a:ext>
            </a:extLst>
          </p:cNvPr>
          <p:cNvGraphicFramePr>
            <a:graphicFrameLocks/>
          </p:cNvGraphicFramePr>
          <p:nvPr/>
        </p:nvGraphicFramePr>
        <p:xfrm>
          <a:off x="10167056" y="1074703"/>
          <a:ext cx="2243389" cy="2563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10074312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414</Words>
  <Application>Microsoft Office PowerPoint</Application>
  <PresentationFormat>宽屏</PresentationFormat>
  <Paragraphs>210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72</vt:lpstr>
      <vt:lpstr>等线</vt:lpstr>
      <vt:lpstr>等线 Light</vt:lpstr>
      <vt:lpstr>宋体</vt:lpstr>
      <vt:lpstr>Microsoft YaHei</vt:lpstr>
      <vt:lpstr>Microsoft YaHei</vt:lpstr>
      <vt:lpstr>Arial</vt:lpstr>
      <vt:lpstr>Wingdings</vt:lpstr>
      <vt:lpstr>2_Office 主题​​</vt:lpstr>
      <vt:lpstr>161ppi-EML不同厚度验证@BM2216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161ppi-不同ETL厚度器件性能-1113</dc:title>
  <dc:creator>魏洪辉</dc:creator>
  <cp:lastModifiedBy>明 刘</cp:lastModifiedBy>
  <cp:revision>12</cp:revision>
  <dcterms:created xsi:type="dcterms:W3CDTF">2026-03-25T01:41:19Z</dcterms:created>
  <dcterms:modified xsi:type="dcterms:W3CDTF">2026-06-05T03:05:09Z</dcterms:modified>
</cp:coreProperties>
</file>